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aveSubsetFonts="1" autoCompressPictures="0">
  <p:sldMasterIdLst>
    <p:sldMasterId id="2147483829" r:id="rId1"/>
  </p:sldMasterIdLst>
  <p:notesMasterIdLst>
    <p:notesMasterId r:id="rId6"/>
  </p:notesMasterIdLst>
  <p:handoutMasterIdLst>
    <p:handoutMasterId r:id="rId7"/>
  </p:handoutMasterIdLst>
  <p:sldIdLst>
    <p:sldId id="965" r:id="rId2"/>
    <p:sldId id="966" r:id="rId3"/>
    <p:sldId id="967" r:id="rId4"/>
    <p:sldId id="968" r:id="rId5"/>
  </p:sldIdLst>
  <p:sldSz cx="12192000" cy="6858000"/>
  <p:notesSz cx="6799263" cy="9929813"/>
  <p:defaultTextStyle>
    <a:defPPr>
      <a:defRPr lang="ja-JP"/>
    </a:defPPr>
    <a:lvl1pPr marL="0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114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228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342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456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5570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2684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199798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6913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44080"/>
    <a:srgbClr val="E61E1E"/>
    <a:srgbClr val="916E0F"/>
    <a:srgbClr val="505054"/>
    <a:srgbClr val="265C80"/>
    <a:srgbClr val="007580"/>
    <a:srgbClr val="B94B00"/>
    <a:srgbClr val="AF8CC8"/>
    <a:srgbClr val="FAD7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濃色スタイル 1 - アクセント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濃色スタイル 1 - アクセント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7CE84F3-28C3-443E-9E96-99CF82512B78}" styleName="濃色スタイル 1 - アクセント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75DCB02-9BB8-47FD-8907-85C794F793BA}" styleName="テーマ スタイル 1 - アクセント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929F9F4-4A8F-4326-A1B4-22849713DDAB}" styleName="濃色スタイル 1 - アクセント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淡色スタイル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3459" autoAdjust="0"/>
  </p:normalViewPr>
  <p:slideViewPr>
    <p:cSldViewPr snapToGrid="0">
      <p:cViewPr varScale="1">
        <p:scale>
          <a:sx n="99" d="100"/>
          <a:sy n="99" d="100"/>
        </p:scale>
        <p:origin x="230" y="82"/>
      </p:cViewPr>
      <p:guideLst/>
    </p:cSldViewPr>
  </p:slideViewPr>
  <p:outlineViewPr>
    <p:cViewPr>
      <p:scale>
        <a:sx n="33" d="100"/>
        <a:sy n="33" d="100"/>
      </p:scale>
      <p:origin x="0" y="-21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0" d="100"/>
          <a:sy n="50" d="100"/>
        </p:scale>
        <p:origin x="289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B3149-E8DE-4273-B7FB-EDFEB61AC35F}" type="datetimeFigureOut">
              <a:rPr kumimoji="1" lang="ja-JP" altLang="en-US" smtClean="0"/>
              <a:t>2021/6/4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EE7E6-CB3C-464D-9B0F-2338681C77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210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F6548A-C6CF-4C6A-8E66-898AA5274F21}" type="datetimeFigureOut">
              <a:rPr kumimoji="1" lang="ja-JP" altLang="en-US" smtClean="0"/>
              <a:t>2021/6/4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7576B-81D0-4568-B3CF-C3F7AD81B6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0215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114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228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342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456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5570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2684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199798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6913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4713" cy="3351213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7576B-81D0-4568-B3CF-C3F7AD81B6EA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7420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30793" y="0"/>
            <a:ext cx="4061207" cy="6848475"/>
          </a:xfrm>
          <a:prstGeom prst="rect">
            <a:avLst/>
          </a:prstGeom>
        </p:spPr>
      </p:pic>
      <p:sp>
        <p:nvSpPr>
          <p:cNvPr id="10" name="テキスト プレースホルダー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1"/>
            <a:ext cx="3302000" cy="2921095"/>
          </a:xfrm>
          <a:prstGeom prst="rect">
            <a:avLst/>
          </a:prstGeom>
        </p:spPr>
        <p:txBody>
          <a:bodyPr vert="horz" wrap="none" lIns="468000" tIns="0" rIns="0" bIns="0" rtlCol="0" anchor="b" anchorCtr="0">
            <a:noAutofit/>
          </a:bodyPr>
          <a:lstStyle>
            <a:lvl1pPr>
              <a:defRPr lang="ja-JP" altLang="en-US" sz="12252" dirty="0" smtClean="0">
                <a:solidFill>
                  <a:schemeClr val="accent1"/>
                </a:solidFill>
                <a:latin typeface="+mj-lt"/>
                <a:ea typeface="+mn-ea"/>
                <a:cs typeface="Toshiba Sans Light" panose="020B0403030403020204" pitchFamily="34" charset="0"/>
              </a:defRPr>
            </a:lvl1pPr>
          </a:lstStyle>
          <a:p>
            <a:pPr marL="10658" lvl="0" defTabSz="914228"/>
            <a:r>
              <a:rPr kumimoji="1" lang="en-US" altLang="ja-JP" dirty="0"/>
              <a:t>00</a:t>
            </a:r>
            <a:endParaRPr kumimoji="1" lang="ja-JP" altLang="en-US" dirty="0"/>
          </a:p>
        </p:txBody>
      </p:sp>
      <p:sp>
        <p:nvSpPr>
          <p:cNvPr id="11" name="テキスト プレースホルダー 3"/>
          <p:cNvSpPr>
            <a:spLocks noGrp="1"/>
          </p:cNvSpPr>
          <p:nvPr>
            <p:ph type="body" sz="quarter" idx="11" hasCustomPrompt="1"/>
          </p:nvPr>
        </p:nvSpPr>
        <p:spPr>
          <a:xfrm>
            <a:off x="491649" y="3672107"/>
            <a:ext cx="7451634" cy="390525"/>
          </a:xfrm>
          <a:prstGeom prst="rect">
            <a:avLst/>
          </a:prstGeom>
        </p:spPr>
        <p:txBody>
          <a:bodyPr lIns="0"/>
          <a:lstStyle>
            <a:lvl1pPr marL="10658" defTabSz="914228">
              <a:lnSpc>
                <a:spcPct val="150000"/>
              </a:lnSpc>
              <a:spcBef>
                <a:spcPts val="0"/>
              </a:spcBef>
              <a:buFont typeface="Wingdings" charset="2"/>
              <a:buNone/>
              <a:tabLst>
                <a:tab pos="3929013" algn="l"/>
              </a:tabLst>
              <a:defRPr sz="1800">
                <a:latin typeface="+mj-lt"/>
                <a:ea typeface="Toshiba Sans CN Regular" panose="020B0500000000000000" pitchFamily="34" charset="-128"/>
              </a:defRPr>
            </a:lvl1pPr>
          </a:lstStyle>
          <a:p>
            <a:pPr marL="10658" defTabSz="914228">
              <a:lnSpc>
                <a:spcPct val="100000"/>
              </a:lnSpc>
              <a:spcBef>
                <a:spcPts val="0"/>
              </a:spcBef>
              <a:buFont typeface="Wingdings" charset="2"/>
              <a:buNone/>
              <a:tabLst>
                <a:tab pos="3929013" algn="l"/>
              </a:tabLst>
            </a:pPr>
            <a:r>
              <a:rPr lang="en-US" altLang="ja-JP" sz="2000" dirty="0"/>
              <a:t>Format for master title</a:t>
            </a:r>
          </a:p>
        </p:txBody>
      </p:sp>
      <p:sp>
        <p:nvSpPr>
          <p:cNvPr id="14" name="タイトル 4"/>
          <p:cNvSpPr>
            <a:spLocks noGrp="1"/>
          </p:cNvSpPr>
          <p:nvPr>
            <p:ph type="title" hasCustomPrompt="1"/>
          </p:nvPr>
        </p:nvSpPr>
        <p:spPr>
          <a:xfrm>
            <a:off x="491649" y="3052000"/>
            <a:ext cx="7462854" cy="540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ja-JP" altLang="en-US" sz="3200" b="0" smtClean="0">
                <a:latin typeface="+mj-lt"/>
                <a:ea typeface="Toshiba Sans CN Regular" panose="020B0500000000000000" pitchFamily="34" charset="-128"/>
                <a:cs typeface="Toshiba Sans" panose="020B0503030403020204" pitchFamily="34" charset="0"/>
              </a:defRPr>
            </a:lvl1pPr>
          </a:lstStyle>
          <a:p>
            <a:pPr marL="10658" lvl="0" indent="0" defTabSz="914228">
              <a:lnSpc>
                <a:spcPct val="100000"/>
              </a:lnSpc>
              <a:spcBef>
                <a:spcPts val="0"/>
              </a:spcBef>
              <a:buFont typeface="Wingdings" charset="2"/>
              <a:tabLst>
                <a:tab pos="3929013" algn="l"/>
              </a:tabLst>
            </a:pPr>
            <a:r>
              <a:rPr lang="en-US" altLang="ja-JP" dirty="0"/>
              <a:t>Format for master title</a:t>
            </a:r>
            <a:endParaRPr kumimoji="1" lang="ja-JP" altLang="en-US" dirty="0"/>
          </a:p>
        </p:txBody>
      </p:sp>
      <p:sp>
        <p:nvSpPr>
          <p:cNvPr id="12" name="スライド番号プレースホルダー 2"/>
          <p:cNvSpPr txBox="1">
            <a:spLocks/>
          </p:cNvSpPr>
          <p:nvPr userDrawn="1"/>
        </p:nvSpPr>
        <p:spPr>
          <a:xfrm>
            <a:off x="11638340" y="6430902"/>
            <a:ext cx="416981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marL="0" algn="r" defTabSz="914228" rtl="0" eaLnBrk="1" latinLnBrk="0" hangingPunct="1">
              <a:defRPr kumimoji="0" lang="ja-JP" altLang="en-US" sz="1100" kern="1200" smtClean="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tabLst>
                <a:tab pos="568218" algn="ctr"/>
                <a:tab pos="857089" algn="l"/>
                <a:tab pos="1088820" algn="l"/>
              </a:tabLst>
            </a:pPr>
            <a:fld id="{C0A530F1-D8C6-4A93-9917-2C1FE34DC798}" type="slidenum">
              <a:rPr lang="en-US" altLang="ja-JP" smtClean="0">
                <a:latin typeface="+mn-lt"/>
                <a:ea typeface="+mn-ea"/>
              </a:rPr>
              <a:pPr eaLnBrk="0" hangingPunct="0">
                <a:tabLst>
                  <a:tab pos="568218" algn="ctr"/>
                  <a:tab pos="857089" algn="l"/>
                  <a:tab pos="1088820" algn="l"/>
                </a:tabLst>
              </a:pPr>
              <a:t>‹#›</a:t>
            </a:fld>
            <a:endParaRPr lang="en-US" altLang="ja-JP" dirty="0">
              <a:latin typeface="+mn-lt"/>
              <a:ea typeface="+mn-ea"/>
            </a:endParaRPr>
          </a:p>
        </p:txBody>
      </p:sp>
      <p:sp>
        <p:nvSpPr>
          <p:cNvPr id="15" name="フッター プレースホルダー 3"/>
          <p:cNvSpPr txBox="1">
            <a:spLocks/>
          </p:cNvSpPr>
          <p:nvPr userDrawn="1"/>
        </p:nvSpPr>
        <p:spPr bwMode="auto">
          <a:xfrm>
            <a:off x="9513255" y="6557529"/>
            <a:ext cx="219932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2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kern="1200" dirty="0" smtClean="0">
                <a:solidFill>
                  <a:srgbClr val="000000"/>
                </a:solidFill>
                <a:effectLst/>
                <a:latin typeface="+mn-lt"/>
                <a:ea typeface="+mn-ea"/>
                <a:cs typeface="Segoe UI" pitchFamily="34" charset="0"/>
              </a:rPr>
              <a:t>© 2021 Toshiba Software Development Vietnam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135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80440"/>
          </a:xfrm>
          <a:prstGeom prst="rect">
            <a:avLst/>
          </a:prstGeom>
        </p:spPr>
      </p:pic>
      <p:sp>
        <p:nvSpPr>
          <p:cNvPr id="15" name="テキスト プレースホルダー 5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770913"/>
            <a:ext cx="12192000" cy="7944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468000" tIns="180000" rIns="468000" bIns="180000" anchor="ctr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b="1">
                <a:solidFill>
                  <a:schemeClr val="bg1"/>
                </a:solidFill>
                <a:latin typeface="+mj-lt"/>
                <a:ea typeface="Toshiba Sans CN Medium" panose="020B0600000000000000" pitchFamily="34" charset="-128"/>
              </a:defRPr>
            </a:lvl1pPr>
          </a:lstStyle>
          <a:p>
            <a:r>
              <a:rPr lang="en-US" altLang="ja-JP" dirty="0"/>
              <a:t>Format for master text</a:t>
            </a:r>
            <a:endParaRPr kumimoji="1" lang="ja-JP" altLang="en-US" dirty="0"/>
          </a:p>
        </p:txBody>
      </p:sp>
      <p:sp>
        <p:nvSpPr>
          <p:cNvPr id="1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483766" y="1810367"/>
            <a:ext cx="11228809" cy="468000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defRPr>
                <a:latin typeface="+mn-lt"/>
                <a:ea typeface="Toshiba Sans CN Regular" panose="020B0500000000000000" pitchFamily="34" charset="-128"/>
              </a:defRPr>
            </a:lvl1pPr>
          </a:lstStyle>
          <a:p>
            <a:r>
              <a:rPr lang="en-US" altLang="ja-JP" dirty="0"/>
              <a:t>Format for master</a:t>
            </a:r>
            <a:endParaRPr kumimoji="1" lang="ja-JP" altLang="en-US" dirty="0"/>
          </a:p>
        </p:txBody>
      </p:sp>
      <p:sp>
        <p:nvSpPr>
          <p:cNvPr id="13" name="タイトル 3"/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11445765" cy="749165"/>
          </a:xfrm>
          <a:prstGeom prst="rect">
            <a:avLst/>
          </a:prstGeom>
        </p:spPr>
        <p:txBody>
          <a:bodyPr lIns="468000" rIns="0" anchor="b" anchorCtr="0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Wingdings" charset="2"/>
              <a:buNone/>
              <a:defRPr kumimoji="1" lang="ja-JP" altLang="en-US" sz="2600" b="1" kern="1200" dirty="0">
                <a:solidFill>
                  <a:schemeClr val="tx1"/>
                </a:solidFill>
                <a:latin typeface="+mj-lt"/>
                <a:ea typeface="Toshiba Sans CN Medium" panose="020B0600000000000000" pitchFamily="34" charset="-128"/>
                <a:cs typeface="+mn-cs"/>
              </a:defRPr>
            </a:lvl1pPr>
          </a:lstStyle>
          <a:p>
            <a:pPr marL="171450" lvl="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charset="2"/>
              <a:buNone/>
            </a:pPr>
            <a:r>
              <a:rPr lang="en-US" altLang="ja-JP" dirty="0"/>
              <a:t>Format for master title</a:t>
            </a:r>
          </a:p>
        </p:txBody>
      </p:sp>
      <p:sp>
        <p:nvSpPr>
          <p:cNvPr id="8" name="スライド番号プレースホルダー 2"/>
          <p:cNvSpPr txBox="1">
            <a:spLocks/>
          </p:cNvSpPr>
          <p:nvPr userDrawn="1"/>
        </p:nvSpPr>
        <p:spPr>
          <a:xfrm>
            <a:off x="11638340" y="6430902"/>
            <a:ext cx="416981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marL="0" algn="r" defTabSz="914228" rtl="0" eaLnBrk="1" latinLnBrk="0" hangingPunct="1">
              <a:defRPr kumimoji="0" lang="ja-JP" altLang="en-US" sz="1100" kern="1200" smtClean="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tabLst>
                <a:tab pos="568218" algn="ctr"/>
                <a:tab pos="857089" algn="l"/>
                <a:tab pos="1088820" algn="l"/>
              </a:tabLst>
            </a:pPr>
            <a:fld id="{C0A530F1-D8C6-4A93-9917-2C1FE34DC798}" type="slidenum">
              <a:rPr lang="en-US" altLang="ja-JP" smtClean="0">
                <a:latin typeface="+mn-lt"/>
                <a:ea typeface="+mn-ea"/>
              </a:rPr>
              <a:pPr eaLnBrk="0" hangingPunct="0">
                <a:tabLst>
                  <a:tab pos="568218" algn="ctr"/>
                  <a:tab pos="857089" algn="l"/>
                  <a:tab pos="1088820" algn="l"/>
                </a:tabLst>
              </a:pPr>
              <a:t>‹#›</a:t>
            </a:fld>
            <a:endParaRPr lang="en-US" altLang="ja-JP" dirty="0">
              <a:latin typeface="+mn-lt"/>
              <a:ea typeface="+mn-ea"/>
            </a:endParaRPr>
          </a:p>
        </p:txBody>
      </p:sp>
      <p:sp>
        <p:nvSpPr>
          <p:cNvPr id="10" name="フッター プレースホルダー 3"/>
          <p:cNvSpPr txBox="1">
            <a:spLocks/>
          </p:cNvSpPr>
          <p:nvPr userDrawn="1"/>
        </p:nvSpPr>
        <p:spPr bwMode="auto">
          <a:xfrm>
            <a:off x="9513255" y="6557529"/>
            <a:ext cx="219932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2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kern="1200" dirty="0" smtClean="0">
                <a:solidFill>
                  <a:srgbClr val="000000"/>
                </a:solidFill>
                <a:effectLst/>
                <a:latin typeface="+mn-lt"/>
                <a:ea typeface="+mn-ea"/>
                <a:cs typeface="Segoe UI" pitchFamily="34" charset="0"/>
              </a:rPr>
              <a:t>© 2021 Toshiba Software Development Vietnam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506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80440"/>
          </a:xfrm>
          <a:prstGeom prst="rect">
            <a:avLst/>
          </a:prstGeom>
        </p:spPr>
      </p:pic>
      <p:sp>
        <p:nvSpPr>
          <p:cNvPr id="1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491648" y="1078959"/>
            <a:ext cx="11297874" cy="468000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defRPr>
                <a:latin typeface="+mn-lt"/>
                <a:ea typeface="Toshiba Sans CN Medium" panose="020B0600000000000000" pitchFamily="34" charset="-128"/>
              </a:defRPr>
            </a:lvl1pPr>
          </a:lstStyle>
          <a:p>
            <a:r>
              <a:rPr lang="en-US" altLang="ja-JP" dirty="0"/>
              <a:t>Format for master</a:t>
            </a:r>
            <a:endParaRPr kumimoji="1" lang="ja-JP" altLang="en-US" dirty="0"/>
          </a:p>
        </p:txBody>
      </p:sp>
      <p:sp>
        <p:nvSpPr>
          <p:cNvPr id="20" name="テキスト プレースホルダー 5"/>
          <p:cNvSpPr>
            <a:spLocks noGrp="1"/>
          </p:cNvSpPr>
          <p:nvPr>
            <p:ph type="body" sz="quarter" idx="22" hasCustomPrompt="1"/>
          </p:nvPr>
        </p:nvSpPr>
        <p:spPr>
          <a:xfrm>
            <a:off x="0" y="5659133"/>
            <a:ext cx="12192000" cy="7513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468000" tIns="180000" rIns="468000" bIns="180000" anchor="b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defRPr b="1">
                <a:solidFill>
                  <a:schemeClr val="bg1"/>
                </a:solidFill>
                <a:latin typeface="+mj-lt"/>
                <a:ea typeface="Toshiba Sans CN Medium" panose="020B0600000000000000" pitchFamily="34" charset="-128"/>
              </a:defRPr>
            </a:lvl1pPr>
          </a:lstStyle>
          <a:p>
            <a:r>
              <a:rPr lang="en-US" altLang="ja-JP" dirty="0"/>
              <a:t>Format for master text</a:t>
            </a:r>
            <a:endParaRPr kumimoji="1" lang="ja-JP" altLang="en-US" dirty="0"/>
          </a:p>
        </p:txBody>
      </p:sp>
      <p:sp>
        <p:nvSpPr>
          <p:cNvPr id="8" name="タイトル 3"/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11445765" cy="749165"/>
          </a:xfrm>
          <a:prstGeom prst="rect">
            <a:avLst/>
          </a:prstGeom>
        </p:spPr>
        <p:txBody>
          <a:bodyPr lIns="468000" rIns="0" anchor="b" anchorCtr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charset="2"/>
              <a:buNone/>
              <a:defRPr kumimoji="1" lang="ja-JP" altLang="en-US" sz="2600" b="1" kern="1200" dirty="0">
                <a:solidFill>
                  <a:schemeClr val="tx1"/>
                </a:solidFill>
                <a:latin typeface="+mj-lt"/>
                <a:ea typeface="Toshiba Sans CN Medium" panose="020B0600000000000000" pitchFamily="34" charset="-128"/>
                <a:cs typeface="+mn-cs"/>
              </a:defRPr>
            </a:lvl1pPr>
          </a:lstStyle>
          <a:p>
            <a:pPr marL="171450" lvl="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charset="2"/>
              <a:buNone/>
            </a:pPr>
            <a:r>
              <a:rPr lang="en-US" altLang="ja-JP" dirty="0"/>
              <a:t>Format for master title</a:t>
            </a:r>
          </a:p>
        </p:txBody>
      </p:sp>
      <p:sp>
        <p:nvSpPr>
          <p:cNvPr id="9" name="スライド番号プレースホルダー 2"/>
          <p:cNvSpPr txBox="1">
            <a:spLocks/>
          </p:cNvSpPr>
          <p:nvPr userDrawn="1"/>
        </p:nvSpPr>
        <p:spPr>
          <a:xfrm>
            <a:off x="11638340" y="6430902"/>
            <a:ext cx="416981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marL="0" algn="r" defTabSz="914228" rtl="0" eaLnBrk="1" latinLnBrk="0" hangingPunct="1">
              <a:defRPr kumimoji="0" lang="ja-JP" altLang="en-US" sz="1100" kern="1200" smtClean="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tabLst>
                <a:tab pos="568218" algn="ctr"/>
                <a:tab pos="857089" algn="l"/>
                <a:tab pos="1088820" algn="l"/>
              </a:tabLst>
            </a:pPr>
            <a:fld id="{C0A530F1-D8C6-4A93-9917-2C1FE34DC798}" type="slidenum">
              <a:rPr lang="en-US" altLang="ja-JP" smtClean="0">
                <a:latin typeface="+mn-lt"/>
                <a:ea typeface="+mn-ea"/>
              </a:rPr>
              <a:pPr eaLnBrk="0" hangingPunct="0">
                <a:tabLst>
                  <a:tab pos="568218" algn="ctr"/>
                  <a:tab pos="857089" algn="l"/>
                  <a:tab pos="1088820" algn="l"/>
                </a:tabLst>
              </a:pPr>
              <a:t>‹#›</a:t>
            </a:fld>
            <a:endParaRPr lang="en-US" altLang="ja-JP" dirty="0">
              <a:latin typeface="+mn-lt"/>
              <a:ea typeface="+mn-ea"/>
            </a:endParaRPr>
          </a:p>
        </p:txBody>
      </p:sp>
      <p:sp>
        <p:nvSpPr>
          <p:cNvPr id="10" name="フッター プレースホルダー 3"/>
          <p:cNvSpPr txBox="1">
            <a:spLocks/>
          </p:cNvSpPr>
          <p:nvPr userDrawn="1"/>
        </p:nvSpPr>
        <p:spPr bwMode="auto">
          <a:xfrm>
            <a:off x="9513255" y="6557529"/>
            <a:ext cx="219932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2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kern="1200" dirty="0" smtClean="0">
                <a:solidFill>
                  <a:srgbClr val="000000"/>
                </a:solidFill>
                <a:effectLst/>
                <a:latin typeface="+mn-lt"/>
                <a:ea typeface="+mn-ea"/>
                <a:cs typeface="Segoe UI" pitchFamily="34" charset="0"/>
              </a:rPr>
              <a:t>© 2021 Toshiba Software Development Vietnam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40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80440"/>
          </a:xfrm>
          <a:prstGeom prst="rect">
            <a:avLst/>
          </a:prstGeom>
        </p:spPr>
      </p:pic>
      <p:sp>
        <p:nvSpPr>
          <p:cNvPr id="14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491648" y="1078959"/>
            <a:ext cx="11297874" cy="468000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defRPr>
                <a:latin typeface="+mn-lt"/>
                <a:ea typeface="Toshiba Sans CN Medium" panose="020B0600000000000000" pitchFamily="34" charset="-128"/>
              </a:defRPr>
            </a:lvl1pPr>
          </a:lstStyle>
          <a:p>
            <a:r>
              <a:rPr lang="en-US" altLang="ja-JP" dirty="0"/>
              <a:t>Format for master</a:t>
            </a:r>
            <a:endParaRPr kumimoji="1" lang="ja-JP" altLang="en-US" dirty="0"/>
          </a:p>
        </p:txBody>
      </p:sp>
      <p:sp>
        <p:nvSpPr>
          <p:cNvPr id="7" name="タイトル 3"/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11445765" cy="749165"/>
          </a:xfrm>
          <a:prstGeom prst="rect">
            <a:avLst/>
          </a:prstGeom>
        </p:spPr>
        <p:txBody>
          <a:bodyPr lIns="468000" rIns="0" anchor="b" anchorCtr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charset="2"/>
              <a:buNone/>
              <a:defRPr kumimoji="1" lang="ja-JP" altLang="en-US" sz="2600" b="1" kern="1200" dirty="0">
                <a:solidFill>
                  <a:schemeClr val="tx1"/>
                </a:solidFill>
                <a:latin typeface="+mj-lt"/>
                <a:ea typeface="Toshiba Sans CN Medium" panose="020B0600000000000000" pitchFamily="34" charset="-128"/>
                <a:cs typeface="+mn-cs"/>
              </a:defRPr>
            </a:lvl1pPr>
          </a:lstStyle>
          <a:p>
            <a:pPr marL="171450" lvl="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charset="2"/>
              <a:buNone/>
            </a:pPr>
            <a:r>
              <a:rPr lang="en-US" altLang="ja-JP" dirty="0"/>
              <a:t>Format for master title</a:t>
            </a:r>
          </a:p>
        </p:txBody>
      </p:sp>
      <p:sp>
        <p:nvSpPr>
          <p:cNvPr id="10" name="スライド番号プレースホルダー 2"/>
          <p:cNvSpPr txBox="1">
            <a:spLocks/>
          </p:cNvSpPr>
          <p:nvPr userDrawn="1"/>
        </p:nvSpPr>
        <p:spPr>
          <a:xfrm>
            <a:off x="11638340" y="6430902"/>
            <a:ext cx="416981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marL="0" algn="r" defTabSz="914228" rtl="0" eaLnBrk="1" latinLnBrk="0" hangingPunct="1">
              <a:defRPr kumimoji="0" lang="ja-JP" altLang="en-US" sz="1100" kern="1200" smtClean="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tabLst>
                <a:tab pos="568218" algn="ctr"/>
                <a:tab pos="857089" algn="l"/>
                <a:tab pos="1088820" algn="l"/>
              </a:tabLst>
            </a:pPr>
            <a:fld id="{C0A530F1-D8C6-4A93-9917-2C1FE34DC798}" type="slidenum">
              <a:rPr lang="en-US" altLang="ja-JP" smtClean="0">
                <a:latin typeface="+mn-lt"/>
                <a:ea typeface="+mn-ea"/>
              </a:rPr>
              <a:pPr eaLnBrk="0" hangingPunct="0">
                <a:tabLst>
                  <a:tab pos="568218" algn="ctr"/>
                  <a:tab pos="857089" algn="l"/>
                  <a:tab pos="1088820" algn="l"/>
                </a:tabLst>
              </a:pPr>
              <a:t>‹#›</a:t>
            </a:fld>
            <a:endParaRPr lang="en-US" altLang="ja-JP" dirty="0">
              <a:latin typeface="+mn-lt"/>
              <a:ea typeface="+mn-ea"/>
            </a:endParaRPr>
          </a:p>
        </p:txBody>
      </p:sp>
      <p:sp>
        <p:nvSpPr>
          <p:cNvPr id="11" name="フッター プレースホルダー 3"/>
          <p:cNvSpPr txBox="1">
            <a:spLocks/>
          </p:cNvSpPr>
          <p:nvPr userDrawn="1"/>
        </p:nvSpPr>
        <p:spPr bwMode="auto">
          <a:xfrm>
            <a:off x="9492416" y="6557529"/>
            <a:ext cx="219932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2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kern="1200" dirty="0" smtClean="0">
                <a:solidFill>
                  <a:srgbClr val="000000"/>
                </a:solidFill>
                <a:effectLst/>
                <a:latin typeface="Segoe UI"/>
                <a:ea typeface="Segoe UI" pitchFamily="34" charset="0"/>
                <a:cs typeface="Segoe UI" pitchFamily="34" charset="0"/>
              </a:rPr>
              <a:t>© 2021 Toshiba Software Development Vietnam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155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80440"/>
          </a:xfrm>
          <a:prstGeom prst="rect">
            <a:avLst/>
          </a:prstGeom>
        </p:spPr>
      </p:pic>
      <p:sp>
        <p:nvSpPr>
          <p:cNvPr id="19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471082" y="1041840"/>
            <a:ext cx="11244263" cy="5367314"/>
          </a:xfrm>
          <a:prstGeom prst="rect">
            <a:avLst/>
          </a:prstGeom>
        </p:spPr>
        <p:txBody>
          <a:bodyPr lIns="0" rIns="0"/>
          <a:lstStyle>
            <a:lvl1pPr marL="0" indent="-216000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sz="2800">
                <a:latin typeface="+mn-lt"/>
              </a:defRPr>
            </a:lvl1pPr>
            <a:lvl2pPr marL="792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2400">
                <a:latin typeface="+mn-lt"/>
              </a:defRPr>
            </a:lvl2pPr>
            <a:lvl3pPr marL="1440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>
                <a:latin typeface="+mn-lt"/>
              </a:defRPr>
            </a:lvl3pPr>
            <a:lvl4pPr marL="1268550" indent="0">
              <a:buNone/>
              <a:defRPr/>
            </a:lvl4pPr>
            <a:lvl5pPr marL="1628550" indent="0">
              <a:buNone/>
              <a:defRPr/>
            </a:lvl5pPr>
            <a:lvl6pPr marL="1714500" indent="0">
              <a:buNone/>
              <a:defRPr/>
            </a:lvl6pPr>
          </a:lstStyle>
          <a:p>
            <a:r>
              <a:rPr lang="en-US" altLang="ja-JP" dirty="0"/>
              <a:t>Format for master text</a:t>
            </a:r>
            <a:endParaRPr kumimoji="1" lang="ja-JP" altLang="en-US" dirty="0"/>
          </a:p>
          <a:p>
            <a:pPr lvl="1"/>
            <a:r>
              <a:rPr lang="en-US" altLang="ja-JP" dirty="0"/>
              <a:t>Format for master title</a:t>
            </a:r>
            <a:endParaRPr kumimoji="1" lang="ja-JP" altLang="en-US" dirty="0"/>
          </a:p>
          <a:p>
            <a:pPr lvl="2"/>
            <a:r>
              <a:rPr lang="en-US" altLang="ja-JP" dirty="0"/>
              <a:t>Format for master title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タイトル 3"/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11445765" cy="749165"/>
          </a:xfrm>
          <a:prstGeom prst="rect">
            <a:avLst/>
          </a:prstGeom>
        </p:spPr>
        <p:txBody>
          <a:bodyPr lIns="468000" rIns="0" anchor="b" anchorCtr="0"/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Wingdings" charset="2"/>
              <a:buNone/>
              <a:defRPr kumimoji="1" lang="ja-JP" altLang="en-US" sz="2600" b="1" kern="1200" dirty="0">
                <a:solidFill>
                  <a:schemeClr val="tx1"/>
                </a:solidFill>
                <a:latin typeface="+mj-lt"/>
                <a:ea typeface="Toshiba Sans CN Medium" panose="020B0600000000000000" pitchFamily="34" charset="-128"/>
                <a:cs typeface="+mn-cs"/>
              </a:defRPr>
            </a:lvl1pPr>
          </a:lstStyle>
          <a:p>
            <a:pPr marL="171450" lvl="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charset="2"/>
              <a:buNone/>
            </a:pPr>
            <a:r>
              <a:rPr lang="en-US" altLang="ja-JP" dirty="0"/>
              <a:t>Format for master title</a:t>
            </a:r>
          </a:p>
        </p:txBody>
      </p:sp>
      <p:sp>
        <p:nvSpPr>
          <p:cNvPr id="7" name="スライド番号プレースホルダー 2"/>
          <p:cNvSpPr txBox="1">
            <a:spLocks/>
          </p:cNvSpPr>
          <p:nvPr userDrawn="1"/>
        </p:nvSpPr>
        <p:spPr>
          <a:xfrm>
            <a:off x="11638340" y="6430902"/>
            <a:ext cx="416981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marL="0" algn="r" defTabSz="914228" rtl="0" eaLnBrk="1" latinLnBrk="0" hangingPunct="1">
              <a:defRPr kumimoji="0" lang="ja-JP" altLang="en-US" sz="1100" kern="1200" smtClean="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tabLst>
                <a:tab pos="568218" algn="ctr"/>
                <a:tab pos="857089" algn="l"/>
                <a:tab pos="1088820" algn="l"/>
              </a:tabLst>
            </a:pPr>
            <a:fld id="{C0A530F1-D8C6-4A93-9917-2C1FE34DC798}" type="slidenum">
              <a:rPr lang="en-US" altLang="ja-JP" smtClean="0">
                <a:latin typeface="+mn-lt"/>
                <a:ea typeface="+mn-ea"/>
              </a:rPr>
              <a:pPr eaLnBrk="0" hangingPunct="0">
                <a:tabLst>
                  <a:tab pos="568218" algn="ctr"/>
                  <a:tab pos="857089" algn="l"/>
                  <a:tab pos="1088820" algn="l"/>
                </a:tabLst>
              </a:pPr>
              <a:t>‹#›</a:t>
            </a:fld>
            <a:endParaRPr lang="en-US" altLang="ja-JP" dirty="0">
              <a:latin typeface="+mn-lt"/>
              <a:ea typeface="+mn-ea"/>
            </a:endParaRPr>
          </a:p>
        </p:txBody>
      </p:sp>
      <p:sp>
        <p:nvSpPr>
          <p:cNvPr id="11" name="フッター プレースホルダー 3"/>
          <p:cNvSpPr txBox="1">
            <a:spLocks/>
          </p:cNvSpPr>
          <p:nvPr userDrawn="1"/>
        </p:nvSpPr>
        <p:spPr bwMode="auto">
          <a:xfrm>
            <a:off x="9492416" y="6557529"/>
            <a:ext cx="219932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2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kern="1200" dirty="0" smtClean="0">
                <a:solidFill>
                  <a:srgbClr val="000000"/>
                </a:solidFill>
                <a:effectLst/>
                <a:latin typeface="Segoe UI"/>
                <a:ea typeface="Segoe UI" pitchFamily="34" charset="0"/>
                <a:cs typeface="Segoe UI" pitchFamily="34" charset="0"/>
              </a:rPr>
              <a:t>© 2021 Toshiba Software Development Vietnam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097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2"/>
          <p:cNvSpPr txBox="1">
            <a:spLocks/>
          </p:cNvSpPr>
          <p:nvPr userDrawn="1"/>
        </p:nvSpPr>
        <p:spPr>
          <a:xfrm>
            <a:off x="11638340" y="6430902"/>
            <a:ext cx="416981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marL="0" algn="r" defTabSz="914228" rtl="0" eaLnBrk="1" latinLnBrk="0" hangingPunct="1">
              <a:defRPr kumimoji="0" lang="ja-JP" altLang="en-US" sz="1100" kern="1200" smtClean="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tabLst>
                <a:tab pos="568218" algn="ctr"/>
                <a:tab pos="857089" algn="l"/>
                <a:tab pos="1088820" algn="l"/>
              </a:tabLst>
            </a:pPr>
            <a:fld id="{C0A530F1-D8C6-4A93-9917-2C1FE34DC798}" type="slidenum">
              <a:rPr lang="en-US" altLang="ja-JP" smtClean="0">
                <a:latin typeface="+mn-lt"/>
                <a:ea typeface="+mn-ea"/>
              </a:rPr>
              <a:pPr eaLnBrk="0" hangingPunct="0">
                <a:tabLst>
                  <a:tab pos="568218" algn="ctr"/>
                  <a:tab pos="857089" algn="l"/>
                  <a:tab pos="1088820" algn="l"/>
                </a:tabLst>
              </a:pPr>
              <a:t>‹#›</a:t>
            </a:fld>
            <a:endParaRPr lang="en-US" altLang="ja-JP" dirty="0">
              <a:latin typeface="+mn-lt"/>
              <a:ea typeface="+mn-ea"/>
            </a:endParaRPr>
          </a:p>
        </p:txBody>
      </p:sp>
      <p:sp>
        <p:nvSpPr>
          <p:cNvPr id="5" name="フッター プレースホルダー 3"/>
          <p:cNvSpPr txBox="1">
            <a:spLocks/>
          </p:cNvSpPr>
          <p:nvPr userDrawn="1"/>
        </p:nvSpPr>
        <p:spPr bwMode="auto">
          <a:xfrm>
            <a:off x="9492416" y="6557529"/>
            <a:ext cx="219932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2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kern="1200" dirty="0" smtClean="0">
                <a:solidFill>
                  <a:srgbClr val="000000"/>
                </a:solidFill>
                <a:effectLst/>
                <a:latin typeface="Segoe UI"/>
                <a:ea typeface="Segoe UI" pitchFamily="34" charset="0"/>
                <a:cs typeface="Segoe UI" pitchFamily="34" charset="0"/>
              </a:rPr>
              <a:t>© 2021 Toshiba Software Development Vietnam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53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30793" y="0"/>
            <a:ext cx="4061207" cy="6848475"/>
          </a:xfrm>
          <a:prstGeom prst="rect">
            <a:avLst/>
          </a:prstGeom>
        </p:spPr>
      </p:pic>
      <p:pic>
        <p:nvPicPr>
          <p:cNvPr id="12" name="図 1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949" y="156909"/>
            <a:ext cx="2518420" cy="863459"/>
          </a:xfrm>
          <a:prstGeom prst="rect">
            <a:avLst/>
          </a:prstGeom>
        </p:spPr>
      </p:pic>
      <p:sp>
        <p:nvSpPr>
          <p:cNvPr id="8" name="タイトル 3"/>
          <p:cNvSpPr>
            <a:spLocks noGrp="1"/>
          </p:cNvSpPr>
          <p:nvPr>
            <p:ph type="title" hasCustomPrompt="1"/>
          </p:nvPr>
        </p:nvSpPr>
        <p:spPr>
          <a:xfrm>
            <a:off x="1" y="3022592"/>
            <a:ext cx="7535916" cy="523141"/>
          </a:xfrm>
          <a:prstGeom prst="rect">
            <a:avLst/>
          </a:prstGeom>
        </p:spPr>
        <p:txBody>
          <a:bodyPr lIns="468000" anchor="ctr" anchorCtr="0"/>
          <a:lstStyle>
            <a:lvl1pPr marL="10658" marR="0" indent="-171450" algn="l" defTabSz="9142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>
                <a:tab pos="1610933" algn="l"/>
              </a:tabLst>
              <a:defRPr kumimoji="1" lang="ja-JP" altLang="en-US" sz="3200" b="0" kern="1200">
                <a:solidFill>
                  <a:schemeClr val="tx1"/>
                </a:solidFill>
                <a:latin typeface="+mn-lt"/>
                <a:ea typeface="Toshiba Sans CN Medium" panose="020B0600000000000000" pitchFamily="34" charset="-128"/>
                <a:cs typeface="+mn-cs"/>
              </a:defRPr>
            </a:lvl1pPr>
          </a:lstStyle>
          <a:p>
            <a:pPr marL="10658" marR="0" lvl="0" indent="-171450" algn="l" defTabSz="9142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>
                <a:tab pos="1610933" algn="l"/>
              </a:tabLst>
              <a:defRPr/>
            </a:pPr>
            <a:r>
              <a:rPr lang="en-US" altLang="ja-JP" dirty="0"/>
              <a:t>Format for master</a:t>
            </a:r>
            <a:endParaRPr kumimoji="1" lang="ja-JP" altLang="en-US" dirty="0"/>
          </a:p>
        </p:txBody>
      </p:sp>
      <p:sp>
        <p:nvSpPr>
          <p:cNvPr id="15" name="スライド番号プレースホルダー 2"/>
          <p:cNvSpPr txBox="1">
            <a:spLocks/>
          </p:cNvSpPr>
          <p:nvPr userDrawn="1"/>
        </p:nvSpPr>
        <p:spPr>
          <a:xfrm>
            <a:off x="11638340" y="6430902"/>
            <a:ext cx="416981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marL="0" algn="r" defTabSz="914228" rtl="0" eaLnBrk="1" latinLnBrk="0" hangingPunct="1">
              <a:defRPr kumimoji="0" lang="ja-JP" altLang="en-US" sz="1100" kern="1200" smtClean="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tabLst>
                <a:tab pos="568218" algn="ctr"/>
                <a:tab pos="857089" algn="l"/>
                <a:tab pos="1088820" algn="l"/>
              </a:tabLst>
            </a:pPr>
            <a:fld id="{C0A530F1-D8C6-4A93-9917-2C1FE34DC798}" type="slidenum">
              <a:rPr lang="en-US" altLang="ja-JP" smtClean="0">
                <a:latin typeface="+mn-lt"/>
                <a:ea typeface="+mn-ea"/>
              </a:rPr>
              <a:pPr eaLnBrk="0" hangingPunct="0">
                <a:tabLst>
                  <a:tab pos="568218" algn="ctr"/>
                  <a:tab pos="857089" algn="l"/>
                  <a:tab pos="1088820" algn="l"/>
                </a:tabLst>
              </a:pPr>
              <a:t>‹#›</a:t>
            </a:fld>
            <a:endParaRPr lang="en-US" altLang="ja-JP" dirty="0">
              <a:latin typeface="+mn-lt"/>
              <a:ea typeface="+mn-ea"/>
            </a:endParaRPr>
          </a:p>
        </p:txBody>
      </p:sp>
      <p:sp>
        <p:nvSpPr>
          <p:cNvPr id="16" name="フッター プレースホルダー 3"/>
          <p:cNvSpPr txBox="1">
            <a:spLocks/>
          </p:cNvSpPr>
          <p:nvPr userDrawn="1"/>
        </p:nvSpPr>
        <p:spPr bwMode="auto">
          <a:xfrm>
            <a:off x="9492416" y="6557529"/>
            <a:ext cx="219932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2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kern="1200" dirty="0" smtClean="0">
                <a:solidFill>
                  <a:srgbClr val="000000"/>
                </a:solidFill>
                <a:effectLst/>
                <a:latin typeface="Segoe UI"/>
                <a:ea typeface="Segoe UI" pitchFamily="34" charset="0"/>
                <a:cs typeface="Segoe UI" pitchFamily="34" charset="0"/>
              </a:rPr>
              <a:t>© 2021 Toshiba Software Development Vietnam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939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3"/>
          <p:cNvSpPr>
            <a:spLocks noGrp="1"/>
          </p:cNvSpPr>
          <p:nvPr>
            <p:ph type="title" hasCustomPrompt="1"/>
          </p:nvPr>
        </p:nvSpPr>
        <p:spPr>
          <a:xfrm>
            <a:off x="0" y="3022592"/>
            <a:ext cx="12191999" cy="523141"/>
          </a:xfrm>
          <a:prstGeom prst="rect">
            <a:avLst/>
          </a:prstGeom>
        </p:spPr>
        <p:txBody>
          <a:bodyPr lIns="468000" rIns="468000" anchor="ctr" anchorCtr="1"/>
          <a:lstStyle>
            <a:lvl1pPr marL="10658" marR="0" indent="-171450" algn="ctr" defTabSz="9142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>
                <a:tab pos="1610933" algn="l"/>
              </a:tabLst>
              <a:defRPr kumimoji="1" lang="ja-JP" altLang="en-US" sz="4000" b="0" kern="1200">
                <a:solidFill>
                  <a:schemeClr val="tx1"/>
                </a:solidFill>
                <a:latin typeface="+mn-lt"/>
                <a:ea typeface="Toshiba Sans CN Medium" panose="020B0600000000000000" pitchFamily="34" charset="-128"/>
                <a:cs typeface="+mn-cs"/>
              </a:defRPr>
            </a:lvl1pPr>
          </a:lstStyle>
          <a:p>
            <a:pPr marL="10658" marR="0" lvl="0" indent="-171450" algn="l" defTabSz="9142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>
                <a:tab pos="1610933" algn="l"/>
              </a:tabLst>
              <a:defRPr/>
            </a:pPr>
            <a:r>
              <a:rPr lang="en-US" altLang="ja-JP" dirty="0"/>
              <a:t>Format for master</a:t>
            </a:r>
            <a:endParaRPr kumimoji="1" lang="ja-JP" altLang="en-US" dirty="0"/>
          </a:p>
        </p:txBody>
      </p:sp>
      <p:sp>
        <p:nvSpPr>
          <p:cNvPr id="9" name="スライド番号プレースホルダー 2"/>
          <p:cNvSpPr txBox="1">
            <a:spLocks/>
          </p:cNvSpPr>
          <p:nvPr userDrawn="1"/>
        </p:nvSpPr>
        <p:spPr>
          <a:xfrm>
            <a:off x="11638340" y="6430902"/>
            <a:ext cx="416981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marL="0" algn="r" defTabSz="914228" rtl="0" eaLnBrk="1" latinLnBrk="0" hangingPunct="1">
              <a:defRPr kumimoji="0" lang="ja-JP" altLang="en-US" sz="1100" kern="1200" smtClean="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tabLst>
                <a:tab pos="568218" algn="ctr"/>
                <a:tab pos="857089" algn="l"/>
                <a:tab pos="1088820" algn="l"/>
              </a:tabLst>
            </a:pPr>
            <a:fld id="{C0A530F1-D8C6-4A93-9917-2C1FE34DC798}" type="slidenum">
              <a:rPr lang="en-US" altLang="ja-JP" smtClean="0">
                <a:latin typeface="+mn-ea"/>
                <a:ea typeface="+mn-ea"/>
              </a:rPr>
              <a:pPr eaLnBrk="0" hangingPunct="0">
                <a:tabLst>
                  <a:tab pos="568218" algn="ctr"/>
                  <a:tab pos="857089" algn="l"/>
                  <a:tab pos="1088820" algn="l"/>
                </a:tabLst>
              </a:pPr>
              <a:t>‹#›</a:t>
            </a:fld>
            <a:endParaRPr lang="en-US" altLang="ja-JP" dirty="0">
              <a:latin typeface="+mn-ea"/>
              <a:ea typeface="+mn-ea"/>
            </a:endParaRPr>
          </a:p>
        </p:txBody>
      </p:sp>
      <p:sp>
        <p:nvSpPr>
          <p:cNvPr id="6" name="フッター プレースホルダー 3"/>
          <p:cNvSpPr txBox="1">
            <a:spLocks/>
          </p:cNvSpPr>
          <p:nvPr userDrawn="1"/>
        </p:nvSpPr>
        <p:spPr bwMode="auto">
          <a:xfrm>
            <a:off x="9492416" y="6557529"/>
            <a:ext cx="219932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2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kern="1200" dirty="0" smtClean="0">
                <a:solidFill>
                  <a:srgbClr val="000000"/>
                </a:solidFill>
                <a:effectLst/>
                <a:latin typeface="Segoe UI"/>
                <a:ea typeface="Segoe UI" pitchFamily="34" charset="0"/>
                <a:cs typeface="Segoe UI" pitchFamily="34" charset="0"/>
              </a:rPr>
              <a:t>© 2021 Toshiba Software Development Vietnam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171440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テキスト プレースホルダー 2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2615165"/>
            <a:ext cx="7911885" cy="365577"/>
          </a:xfrm>
          <a:prstGeom prst="rect">
            <a:avLst/>
          </a:prstGeom>
        </p:spPr>
        <p:txBody>
          <a:bodyPr vert="horz" wrap="square" lIns="468000" tIns="0" rIns="108000" bIns="0" rtlCol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defRPr lang="ja-JP" altLang="en-US" sz="2400" smtClean="0">
                <a:latin typeface="+mj-lt"/>
                <a:ea typeface="+mn-ea"/>
                <a:cs typeface="Toshiba Sans" panose="020B0503030403020204" pitchFamily="34" charset="0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r>
              <a:rPr lang="en-US" altLang="ja-JP" dirty="0"/>
              <a:t>Format for master</a:t>
            </a:r>
            <a:endParaRPr lang="ja-JP" altLang="en-US" dirty="0"/>
          </a:p>
        </p:txBody>
      </p:sp>
      <p:sp>
        <p:nvSpPr>
          <p:cNvPr id="19" name="タイトル 4"/>
          <p:cNvSpPr>
            <a:spLocks noGrp="1"/>
          </p:cNvSpPr>
          <p:nvPr>
            <p:ph type="title" hasCustomPrompt="1"/>
          </p:nvPr>
        </p:nvSpPr>
        <p:spPr>
          <a:xfrm>
            <a:off x="0" y="3024000"/>
            <a:ext cx="7911884" cy="540000"/>
          </a:xfrm>
          <a:prstGeom prst="rect">
            <a:avLst/>
          </a:prstGeom>
        </p:spPr>
        <p:txBody>
          <a:bodyPr vert="horz" wrap="square" lIns="468000" tIns="0" rIns="0" bIns="0" rtlCol="0" anchor="t" anchorCtr="0">
            <a:noAutofit/>
          </a:bodyPr>
          <a:lstStyle>
            <a:lvl1pPr marL="0">
              <a:lnSpc>
                <a:spcPct val="100000"/>
              </a:lnSpc>
              <a:defRPr lang="ja-JP" altLang="en-US" sz="3600" b="1" smtClean="0">
                <a:latin typeface="+mj-lt"/>
                <a:ea typeface="+mj-ea"/>
                <a:cs typeface="Toshiba Sans Medium" panose="020B0603030403020204" pitchFamily="34" charset="0"/>
              </a:defRPr>
            </a:lvl1pPr>
          </a:lstStyle>
          <a:p>
            <a:pPr marL="10658" lvl="0" indent="0" defTabSz="914228">
              <a:lnSpc>
                <a:spcPct val="100000"/>
              </a:lnSpc>
              <a:spcBef>
                <a:spcPts val="0"/>
              </a:spcBef>
              <a:buFont typeface="Wingdings" charset="2"/>
              <a:tabLst>
                <a:tab pos="3929013" algn="l"/>
              </a:tabLst>
            </a:pPr>
            <a:r>
              <a:rPr lang="en-US" altLang="ja-JP" dirty="0"/>
              <a:t>Format for master title </a:t>
            </a:r>
            <a:endParaRPr kumimoji="1" lang="ja-JP" altLang="en-US" dirty="0"/>
          </a:p>
        </p:txBody>
      </p:sp>
      <p:sp>
        <p:nvSpPr>
          <p:cNvPr id="8" name="テキスト プレースホルダー 3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0" y="5721341"/>
            <a:ext cx="6096000" cy="1118659"/>
          </a:xfrm>
          <a:prstGeom prst="rect">
            <a:avLst/>
          </a:prstGeom>
        </p:spPr>
        <p:txBody>
          <a:bodyPr wrap="square" lIns="468000" tIns="0" rIns="0" bIns="864000" anchor="b" anchorCtr="0">
            <a:spAutoFit/>
          </a:bodyPr>
          <a:lstStyle>
            <a:lvl1pPr mar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charset="0"/>
              <a:buNone/>
              <a:defRPr sz="1600">
                <a:latin typeface="+mn-lt"/>
                <a:ea typeface="Toshiba Sans CN Medium" panose="020B0600000000000000" pitchFamily="34" charset="-128"/>
                <a:cs typeface="Meiryo UI" panose="020B0604030504040204" pitchFamily="50" charset="-128"/>
              </a:defRPr>
            </a:lvl1pPr>
            <a:lvl2pPr mar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lvl5pPr>
          </a:lstStyle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122" y="157131"/>
            <a:ext cx="2518420" cy="863459"/>
          </a:xfrm>
          <a:prstGeom prst="rect">
            <a:avLst/>
          </a:prstGeom>
        </p:spPr>
      </p:pic>
      <p:pic>
        <p:nvPicPr>
          <p:cNvPr id="12" name="図 1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7480" y="0"/>
            <a:ext cx="4064520" cy="6858000"/>
          </a:xfrm>
          <a:prstGeom prst="rect">
            <a:avLst/>
          </a:prstGeom>
        </p:spPr>
      </p:pic>
      <p:sp>
        <p:nvSpPr>
          <p:cNvPr id="13" name="フッター プレースホルダー 3"/>
          <p:cNvSpPr txBox="1">
            <a:spLocks/>
          </p:cNvSpPr>
          <p:nvPr userDrawn="1"/>
        </p:nvSpPr>
        <p:spPr bwMode="auto">
          <a:xfrm>
            <a:off x="9435763" y="6557529"/>
            <a:ext cx="219932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2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kern="1200" dirty="0" smtClean="0">
                <a:solidFill>
                  <a:srgbClr val="000000"/>
                </a:solidFill>
                <a:effectLst/>
                <a:latin typeface="+mn-lt"/>
                <a:ea typeface="+mn-ea"/>
                <a:cs typeface="Segoe UI" pitchFamily="34" charset="0"/>
              </a:rPr>
              <a:t>© 2021 Toshiba Software Development Vietnam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37506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5634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48" r:id="rId2"/>
    <p:sldLayoutId id="2147483837" r:id="rId3"/>
    <p:sldLayoutId id="2147483834" r:id="rId4"/>
    <p:sldLayoutId id="2147483850" r:id="rId5"/>
    <p:sldLayoutId id="2147483851" r:id="rId6"/>
    <p:sldLayoutId id="2147483845" r:id="rId7"/>
    <p:sldLayoutId id="2147483844" r:id="rId8"/>
    <p:sldLayoutId id="2147483852" r:id="rId9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lang="ja-JP" altLang="en-US"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charset="2"/>
        <a:buNone/>
        <a:defRPr kumimoji="1" lang="ja-JP" altLang="en-US" sz="2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lang="ja-JP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lang="ja-JP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lang="ja-JP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lang="ja-JP" altLang="en-U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5ACBF0"/>
          </p15:clr>
        </p15:guide>
        <p15:guide id="1" pos="3840" userDrawn="1">
          <p15:clr>
            <a:srgbClr val="5ACBF0"/>
          </p15:clr>
        </p15:guide>
        <p15:guide id="4" orient="horz" pos="4042" userDrawn="1">
          <p15:clr>
            <a:srgbClr val="5ACBF0"/>
          </p15:clr>
        </p15:guide>
        <p15:guide id="5" orient="horz" pos="459" userDrawn="1">
          <p15:clr>
            <a:srgbClr val="5ACBF0"/>
          </p15:clr>
        </p15:guide>
        <p15:guide id="8" pos="7378" userDrawn="1">
          <p15:clr>
            <a:srgbClr val="5ACBF0"/>
          </p15:clr>
        </p15:guide>
        <p15:guide id="9" pos="302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タイトル 25"/>
          <p:cNvSpPr>
            <a:spLocks noGrp="1"/>
          </p:cNvSpPr>
          <p:nvPr>
            <p:ph type="title"/>
          </p:nvPr>
        </p:nvSpPr>
        <p:spPr>
          <a:xfrm>
            <a:off x="186431" y="2903470"/>
            <a:ext cx="7386222" cy="540000"/>
          </a:xfrm>
        </p:spPr>
        <p:txBody>
          <a:bodyPr/>
          <a:lstStyle/>
          <a:p>
            <a:r>
              <a:rPr lang="en-US" altLang="ja-JP" dirty="0" smtClean="0"/>
              <a:t>Quality Commit Tool</a:t>
            </a:r>
            <a:endParaRPr kumimoji="1" lang="ja-JP" altLang="en-US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60B4F7F2-33AF-4FAF-A113-3FE55D824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998129"/>
              </p:ext>
            </p:extLst>
          </p:nvPr>
        </p:nvGraphicFramePr>
        <p:xfrm>
          <a:off x="468000" y="6088097"/>
          <a:ext cx="3386370" cy="491810"/>
        </p:xfrm>
        <a:graphic>
          <a:graphicData uri="http://schemas.openxmlformats.org/drawingml/2006/table">
            <a:tbl>
              <a:tblPr/>
              <a:tblGrid>
                <a:gridCol w="1922172">
                  <a:extLst>
                    <a:ext uri="{9D8B030D-6E8A-4147-A177-3AD203B41FA5}">
                      <a16:colId xmlns:a16="http://schemas.microsoft.com/office/drawing/2014/main" val="692516935"/>
                    </a:ext>
                  </a:extLst>
                </a:gridCol>
                <a:gridCol w="1464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90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itchFamily="34" charset="0"/>
                        </a:rPr>
                        <a:t>Scope of Disclosure</a:t>
                      </a:r>
                    </a:p>
                  </a:txBody>
                  <a:tcPr marL="0" marR="0" marT="46753" marB="4675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Meiryo UI" pitchFamily="50" charset="-128"/>
                        </a:rPr>
                        <a:t>within </a:t>
                      </a:r>
                      <a:r>
                        <a:rPr kumimoji="0" lang="en-US" altLang="ja-JP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Meiryo UI" pitchFamily="50" charset="-128"/>
                        </a:rPr>
                        <a:t>TSDV</a:t>
                      </a:r>
                      <a:endParaRPr kumimoji="0" lang="ja-JP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Meiryo UI" pitchFamily="50" charset="-128"/>
                      </a:endParaRPr>
                    </a:p>
                  </a:txBody>
                  <a:tcPr marL="0" marR="0" marT="46753" marB="46753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918508"/>
                  </a:ext>
                </a:extLst>
              </a:tr>
              <a:tr h="245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itchFamily="34" charset="0"/>
                        </a:rPr>
                        <a:t>Head of Information Owner Section</a:t>
                      </a:r>
                    </a:p>
                  </a:txBody>
                  <a:tcPr marL="0" marR="0" marT="46753" marB="4675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Meiryo UI" pitchFamily="50" charset="-128"/>
                        </a:rPr>
                        <a:t>Head of Engineering </a:t>
                      </a:r>
                      <a:r>
                        <a:rPr kumimoji="0" lang="en-US" altLang="ja-JP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Meiryo UI" pitchFamily="50" charset="-128"/>
                        </a:rPr>
                        <a:t>Dept</a:t>
                      </a:r>
                      <a:r>
                        <a:rPr kumimoji="0" lang="en-US" altLang="ja-JP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Meiryo UI" pitchFamily="50" charset="-128"/>
                        </a:rPr>
                        <a:t> 2.</a:t>
                      </a:r>
                      <a:endParaRPr kumimoji="0" lang="ja-JP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Meiryo UI" pitchFamily="50" charset="-128"/>
                      </a:endParaRPr>
                    </a:p>
                  </a:txBody>
                  <a:tcPr marL="0" marR="0" marT="46753" marB="46753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767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2182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8449467" y="1996311"/>
            <a:ext cx="2046514" cy="452845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…</a:t>
            </a:r>
            <a:endParaRPr kumimoji="1" lang="en-US" dirty="0" smtClean="0"/>
          </a:p>
        </p:txBody>
      </p:sp>
      <p:sp>
        <p:nvSpPr>
          <p:cNvPr id="13" name="Rounded Rectangle 12"/>
          <p:cNvSpPr/>
          <p:nvPr/>
        </p:nvSpPr>
        <p:spPr>
          <a:xfrm>
            <a:off x="6798322" y="1996311"/>
            <a:ext cx="2046514" cy="452845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HW Design</a:t>
            </a:r>
            <a:endParaRPr kumimoji="1" lang="en-US" dirty="0" smtClean="0"/>
          </a:p>
        </p:txBody>
      </p:sp>
      <p:sp>
        <p:nvSpPr>
          <p:cNvPr id="12" name="Rounded Rectangle 11"/>
          <p:cNvSpPr/>
          <p:nvPr/>
        </p:nvSpPr>
        <p:spPr>
          <a:xfrm>
            <a:off x="5100151" y="1996310"/>
            <a:ext cx="2046514" cy="452846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Document</a:t>
            </a:r>
            <a:endParaRPr kumimoji="1" lang="en-US" dirty="0" smtClean="0"/>
          </a:p>
        </p:txBody>
      </p:sp>
      <p:sp>
        <p:nvSpPr>
          <p:cNvPr id="15" name="Rectangle 14"/>
          <p:cNvSpPr/>
          <p:nvPr/>
        </p:nvSpPr>
        <p:spPr>
          <a:xfrm>
            <a:off x="1590595" y="2449156"/>
            <a:ext cx="8905386" cy="27344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dirty="0" smtClean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Idea of GUI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3367144" y="1996311"/>
            <a:ext cx="2046514" cy="452845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Source Code</a:t>
            </a:r>
            <a:endParaRPr kumimoji="1" lang="en-US" dirty="0" smtClean="0"/>
          </a:p>
        </p:txBody>
      </p:sp>
      <p:sp>
        <p:nvSpPr>
          <p:cNvPr id="9" name="Rectangle 8"/>
          <p:cNvSpPr/>
          <p:nvPr/>
        </p:nvSpPr>
        <p:spPr>
          <a:xfrm>
            <a:off x="1416424" y="1878748"/>
            <a:ext cx="9342120" cy="361405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dirty="0" smtClean="0"/>
          </a:p>
        </p:txBody>
      </p:sp>
      <p:sp>
        <p:nvSpPr>
          <p:cNvPr id="10" name="Rounded Rectangle 9"/>
          <p:cNvSpPr/>
          <p:nvPr/>
        </p:nvSpPr>
        <p:spPr>
          <a:xfrm>
            <a:off x="1590595" y="1996311"/>
            <a:ext cx="2046514" cy="452845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Dash Board</a:t>
            </a:r>
            <a:endParaRPr kumimoji="1" lang="en-US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1774563" y="2641135"/>
            <a:ext cx="226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Source Code Quality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774562" y="3118137"/>
            <a:ext cx="2032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Document Quality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4390401" y="4613239"/>
            <a:ext cx="1091272" cy="426720"/>
          </a:xfrm>
          <a:prstGeom prst="roundRect">
            <a:avLst/>
          </a:prstGeom>
          <a:solidFill>
            <a:srgbClr val="92D05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dirty="0" smtClean="0"/>
              <a:t>OK</a:t>
            </a:r>
            <a:endParaRPr kumimoji="1" lang="en-US" dirty="0" smtClean="0"/>
          </a:p>
        </p:txBody>
      </p:sp>
      <p:sp>
        <p:nvSpPr>
          <p:cNvPr id="20" name="Rounded Rectangle 19"/>
          <p:cNvSpPr/>
          <p:nvPr/>
        </p:nvSpPr>
        <p:spPr>
          <a:xfrm>
            <a:off x="5655845" y="4613239"/>
            <a:ext cx="1091272" cy="426720"/>
          </a:xfrm>
          <a:prstGeom prst="round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dirty="0" smtClean="0"/>
              <a:t>Cancel</a:t>
            </a:r>
            <a:endParaRPr kumimoji="1" lang="en-US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1774562" y="3570982"/>
            <a:ext cx="2178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HW Design Quality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835522" y="3967519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 Quality</a:t>
            </a:r>
            <a:endParaRPr lang="en-US" dirty="0"/>
          </a:p>
        </p:txBody>
      </p:sp>
      <p:pic>
        <p:nvPicPr>
          <p:cNvPr id="1028" name="Picture 4" descr="Two grunge brush strokes cross x and tick ok Vecto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29" r="53022" b="24313"/>
          <a:stretch/>
        </p:blipFill>
        <p:spPr bwMode="auto">
          <a:xfrm>
            <a:off x="4045747" y="2698014"/>
            <a:ext cx="319849" cy="315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Two grunge brush strokes cross x and tick ok Vecto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98" t="16173" r="3447" b="23534"/>
          <a:stretch/>
        </p:blipFill>
        <p:spPr bwMode="auto">
          <a:xfrm>
            <a:off x="4054696" y="3149345"/>
            <a:ext cx="301951" cy="3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Two grunge brush strokes cross x and tick ok Vecto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29" r="53022" b="24313"/>
          <a:stretch/>
        </p:blipFill>
        <p:spPr bwMode="auto">
          <a:xfrm>
            <a:off x="4045747" y="3574840"/>
            <a:ext cx="319849" cy="315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Two grunge brush strokes cross x and tick ok Vecto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29" r="53022" b="24313"/>
          <a:stretch/>
        </p:blipFill>
        <p:spPr bwMode="auto">
          <a:xfrm>
            <a:off x="4045747" y="4025822"/>
            <a:ext cx="319849" cy="315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4980877" y="2661390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XXX Quality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980876" y="3138392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YYY Quality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4980876" y="3598857"/>
            <a:ext cx="136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ZZZ Quality</a:t>
            </a:r>
            <a:endParaRPr lang="en-US" dirty="0"/>
          </a:p>
        </p:txBody>
      </p:sp>
      <p:pic>
        <p:nvPicPr>
          <p:cNvPr id="34" name="Picture 4" descr="Two grunge brush strokes cross x and tick ok Vecto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29" r="53022" b="24313"/>
          <a:stretch/>
        </p:blipFill>
        <p:spPr bwMode="auto">
          <a:xfrm>
            <a:off x="6429888" y="2718269"/>
            <a:ext cx="319849" cy="315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Two grunge brush strokes cross x and tick ok Vecto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98" t="16173" r="3447" b="23534"/>
          <a:stretch/>
        </p:blipFill>
        <p:spPr bwMode="auto">
          <a:xfrm>
            <a:off x="6438837" y="3169600"/>
            <a:ext cx="301951" cy="3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Two grunge brush strokes cross x and tick ok Vecto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29" r="53022" b="24313"/>
          <a:stretch/>
        </p:blipFill>
        <p:spPr bwMode="auto">
          <a:xfrm>
            <a:off x="6429888" y="3602715"/>
            <a:ext cx="319849" cy="315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1590595" y="5852631"/>
            <a:ext cx="3608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The button is only available when all items are marked “Quality”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38" name="Curved Connector 37"/>
          <p:cNvCxnSpPr>
            <a:stCxn id="23" idx="0"/>
            <a:endCxn id="19" idx="2"/>
          </p:cNvCxnSpPr>
          <p:nvPr/>
        </p:nvCxnSpPr>
        <p:spPr>
          <a:xfrm rot="5400000" flipH="1" flipV="1">
            <a:off x="3759213" y="4675808"/>
            <a:ext cx="812672" cy="154097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365596" y="984210"/>
            <a:ext cx="1667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Product types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46" name="Curved Connector 45"/>
          <p:cNvCxnSpPr>
            <a:stCxn id="45" idx="2"/>
            <a:endCxn id="11" idx="0"/>
          </p:cNvCxnSpPr>
          <p:nvPr/>
        </p:nvCxnSpPr>
        <p:spPr>
          <a:xfrm rot="5400000">
            <a:off x="4473528" y="1270416"/>
            <a:ext cx="642769" cy="80902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991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Item to investigate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Create simple GUI app (just 1 panel is OK) in C#.</a:t>
            </a:r>
          </a:p>
          <a:p>
            <a:pPr marL="971550" lvl="1" indent="-457200"/>
            <a:r>
              <a:rPr lang="en-US" sz="2400" dirty="0" smtClean="0"/>
              <a:t>Investigate what is entry function (as “main”) of GUI to receive argument from caller.</a:t>
            </a:r>
          </a:p>
          <a:p>
            <a:pPr marL="971550" lvl="1" indent="-457200"/>
            <a:r>
              <a:rPr lang="en-US" sz="2400" dirty="0" smtClean="0"/>
              <a:t>Test with SVN hook by receiving argument and display argument values to GUI.</a:t>
            </a:r>
          </a:p>
          <a:p>
            <a:pPr marL="971550" lvl="1" indent="-457200"/>
            <a:endParaRPr lang="en-US" sz="2400" dirty="0"/>
          </a:p>
          <a:p>
            <a:pPr marL="457200" indent="-457200"/>
            <a:r>
              <a:rPr lang="en-US" dirty="0" smtClean="0"/>
              <a:t>2. Investigate how GUI can return with value to caller.</a:t>
            </a:r>
          </a:p>
          <a:p>
            <a:pPr marL="457200" indent="-457200"/>
            <a:r>
              <a:rPr lang="en-US" sz="3400" dirty="0"/>
              <a:t>	</a:t>
            </a:r>
            <a:r>
              <a:rPr lang="en-US" sz="2400" dirty="0" smtClean="0"/>
              <a:t>Normally, in “C” code, return of an application is done in “main”.</a:t>
            </a:r>
            <a:br>
              <a:rPr lang="en-US" sz="2400" dirty="0" smtClean="0"/>
            </a:br>
            <a:r>
              <a:rPr lang="en-US" sz="2400" dirty="0" smtClean="0"/>
              <a:t>Investigate how it’s done with C# GUI.</a:t>
            </a:r>
            <a:endParaRPr lang="en-US" sz="2400" dirty="0"/>
          </a:p>
          <a:p>
            <a:pPr marL="971550" lvl="1" indent="-457200"/>
            <a:r>
              <a:rPr lang="en-US" sz="2000" dirty="0" smtClean="0"/>
              <a:t>Apply to SVN hook.</a:t>
            </a:r>
          </a:p>
          <a:p>
            <a:pPr marL="971550" lvl="1" indent="-457200"/>
            <a:r>
              <a:rPr lang="en-US" sz="2000" dirty="0" smtClean="0"/>
              <a:t>Return “0” (=normal) with message.</a:t>
            </a:r>
          </a:p>
          <a:p>
            <a:pPr marL="971550" lvl="1" indent="-457200"/>
            <a:r>
              <a:rPr lang="en-US" sz="2000" dirty="0" smtClean="0"/>
              <a:t>Return “#0” (=abnormal with error message. It is expected that SVN will show the error message.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17691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Item to investigate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 smtClean="0"/>
              <a:t>Investigate how to create a List with scroll feature.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This is for showing items of each product category.</a:t>
            </a:r>
            <a:br>
              <a:rPr lang="en-US" dirty="0" smtClean="0"/>
            </a:br>
            <a:r>
              <a:rPr lang="en-US" dirty="0" smtClean="0"/>
              <a:t>Point to investigate.</a:t>
            </a:r>
          </a:p>
          <a:p>
            <a:pPr marL="971550" lvl="1" indent="-457200"/>
            <a:r>
              <a:rPr lang="en-US" sz="2400" dirty="0" smtClean="0"/>
              <a:t>Which UI Control Type should be used for list.</a:t>
            </a:r>
          </a:p>
          <a:p>
            <a:pPr marL="971550" lvl="1" indent="-457200"/>
            <a:r>
              <a:rPr lang="en-US" sz="2400" dirty="0" smtClean="0"/>
              <a:t>How to add/remove item to list.</a:t>
            </a:r>
          </a:p>
          <a:p>
            <a:pPr marL="971550" lvl="1" indent="-457200"/>
            <a:r>
              <a:rPr lang="en-US" sz="2400" dirty="0" smtClean="0"/>
              <a:t>How to enable scroll.</a:t>
            </a:r>
          </a:p>
          <a:p>
            <a:pPr marL="971550" lvl="1" indent="-457200"/>
            <a:r>
              <a:rPr lang="en-US" sz="2400" dirty="0" smtClean="0"/>
              <a:t>When need, how to create list with several fields as image below.</a:t>
            </a:r>
          </a:p>
          <a:p>
            <a:pPr marL="971550" lvl="1" indent="-457200"/>
            <a:endParaRPr lang="en-US" sz="2400" dirty="0" smtClean="0"/>
          </a:p>
          <a:p>
            <a:pPr marL="971550" lvl="1" indent="-457200"/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pic>
        <p:nvPicPr>
          <p:cNvPr id="2050" name="Picture 2" descr="List Control Extended for Progress Control - CodeProj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113" y="4001265"/>
            <a:ext cx="381952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viksoe.dk - Virtual List contro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936" y="1205678"/>
            <a:ext cx="2913368" cy="233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1079344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brand">
      <a:dk1>
        <a:srgbClr val="000000"/>
      </a:dk1>
      <a:lt1>
        <a:srgbClr val="FFFFFF"/>
      </a:lt1>
      <a:dk2>
        <a:srgbClr val="7F7F7F"/>
      </a:dk2>
      <a:lt2>
        <a:srgbClr val="E5E5E5"/>
      </a:lt2>
      <a:accent1>
        <a:srgbClr val="0064D2"/>
      </a:accent1>
      <a:accent2>
        <a:srgbClr val="64AFE1"/>
      </a:accent2>
      <a:accent3>
        <a:srgbClr val="A0A0A5"/>
      </a:accent3>
      <a:accent4>
        <a:srgbClr val="644080"/>
      </a:accent4>
      <a:accent5>
        <a:srgbClr val="CECED0"/>
      </a:accent5>
      <a:accent6>
        <a:srgbClr val="FA9628"/>
      </a:accent6>
      <a:hlink>
        <a:srgbClr val="E61E1E"/>
      </a:hlink>
      <a:folHlink>
        <a:srgbClr val="FA9628"/>
      </a:folHlink>
    </a:clrScheme>
    <a:fontScheme name="Segoe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kumimoji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180824_PPT_Template_16x9_EN.pptx" id="{90B39043-A2BF-497E-A5E5-E0B3911DBB51}" vid="{B042C13B-432E-401A-8DAF-F5537FB4CC7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180924_PPT_Template_16x9_EN</Template>
  <TotalTime>0</TotalTime>
  <Words>256</Words>
  <Application>Microsoft Office PowerPoint</Application>
  <PresentationFormat>Widescreen</PresentationFormat>
  <Paragraphs>40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6" baseType="lpstr">
      <vt:lpstr>Meiryo UI</vt:lpstr>
      <vt:lpstr>ＭＳ Ｐゴシック</vt:lpstr>
      <vt:lpstr>Toshiba Sans</vt:lpstr>
      <vt:lpstr>Toshiba Sans CN Medium</vt:lpstr>
      <vt:lpstr>Toshiba Sans CN Regular</vt:lpstr>
      <vt:lpstr>Toshiba Sans Light</vt:lpstr>
      <vt:lpstr>Toshiba Sans Medium</vt:lpstr>
      <vt:lpstr>Arial</vt:lpstr>
      <vt:lpstr>Calibri</vt:lpstr>
      <vt:lpstr>Segoe UI</vt:lpstr>
      <vt:lpstr>Wingdings</vt:lpstr>
      <vt:lpstr>テーマ1</vt:lpstr>
      <vt:lpstr>Quality Commit Tool</vt:lpstr>
      <vt:lpstr>Basic Idea of GUI</vt:lpstr>
      <vt:lpstr>Item to investigate</vt:lpstr>
      <vt:lpstr>Item to investigate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2018-08-24T12:57:06Z</dcterms:created>
  <dcterms:modified xsi:type="dcterms:W3CDTF">2021-06-04T02:46:43Z</dcterms:modified>
</cp:coreProperties>
</file>