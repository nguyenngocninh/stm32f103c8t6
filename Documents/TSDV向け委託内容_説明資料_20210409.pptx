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aveSubsetFonts="1" autoCompressPictures="0">
  <p:sldMasterIdLst>
    <p:sldMasterId id="2147483829" r:id="rId1"/>
  </p:sldMasterIdLst>
  <p:notesMasterIdLst>
    <p:notesMasterId r:id="rId12"/>
  </p:notesMasterIdLst>
  <p:handoutMasterIdLst>
    <p:handoutMasterId r:id="rId13"/>
  </p:handoutMasterIdLst>
  <p:sldIdLst>
    <p:sldId id="970" r:id="rId2"/>
    <p:sldId id="959" r:id="rId3"/>
    <p:sldId id="981" r:id="rId4"/>
    <p:sldId id="987" r:id="rId5"/>
    <p:sldId id="983" r:id="rId6"/>
    <p:sldId id="986" r:id="rId7"/>
    <p:sldId id="985" r:id="rId8"/>
    <p:sldId id="988" r:id="rId9"/>
    <p:sldId id="980" r:id="rId10"/>
    <p:sldId id="953" r:id="rId11"/>
  </p:sldIdLst>
  <p:sldSz cx="12192000" cy="6858000"/>
  <p:notesSz cx="6799263" cy="9929813"/>
  <p:defaultTextStyle>
    <a:defPPr>
      <a:defRPr lang="ja-JP"/>
    </a:defPPr>
    <a:lvl1pPr marL="0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114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228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342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456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5570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2684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199798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6913" algn="l" defTabSz="914228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  <p15:guide id="6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BEBE"/>
    <a:srgbClr val="A0A0A5"/>
    <a:srgbClr val="E61E1E"/>
    <a:srgbClr val="0064D2"/>
    <a:srgbClr val="644080"/>
    <a:srgbClr val="916E0F"/>
    <a:srgbClr val="505054"/>
    <a:srgbClr val="265C80"/>
    <a:srgbClr val="007580"/>
    <a:srgbClr val="B94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FD4443E-F989-4FC4-A0C8-D5A2AF1F390B}" styleName="濃色スタイル 1 - アクセント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濃色スタイル 1 - アクセント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7CE84F3-28C3-443E-9E96-99CF82512B78}" styleName="濃色スタイル 1 - アクセント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75DCB02-9BB8-47FD-8907-85C794F793BA}" styleName="テーマ スタイル 1 - アクセント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DA37D80-6434-44D0-A028-1B22A696006F}" styleName="淡色スタイル 3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929F9F4-4A8F-4326-A1B4-22849713DDAB}" styleName="濃色スタイル 1 - アクセント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4875" autoAdjust="0"/>
  </p:normalViewPr>
  <p:slideViewPr>
    <p:cSldViewPr snapToGrid="0">
      <p:cViewPr varScale="1">
        <p:scale>
          <a:sx n="114" d="100"/>
          <a:sy n="114" d="100"/>
        </p:scale>
        <p:origin x="354" y="96"/>
      </p:cViewPr>
      <p:guideLst>
        <p:guide orient="horz" pos="2160"/>
        <p:guide orient="horz" pos="4020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0" d="100"/>
          <a:sy n="50" d="100"/>
        </p:scale>
        <p:origin x="289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D06193-73B4-4AF6-A7A8-E54A418D8874}" type="doc">
      <dgm:prSet loTypeId="urn:microsoft.com/office/officeart/2005/8/layout/cycle2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kumimoji="1" lang="ja-JP" altLang="en-US"/>
        </a:p>
      </dgm:t>
    </dgm:pt>
    <dgm:pt modelId="{24AA4208-426E-4329-9BD6-4BE9B1CC52E8}">
      <dgm:prSet phldrT="[テキスト]"/>
      <dgm:spPr/>
      <dgm:t>
        <a:bodyPr/>
        <a:lstStyle/>
        <a:p>
          <a:r>
            <a:rPr kumimoji="1" lang="ja-JP" altLang="en-US" dirty="0"/>
            <a:t>学習</a:t>
          </a:r>
        </a:p>
      </dgm:t>
    </dgm:pt>
    <dgm:pt modelId="{443E0C39-8EC4-420D-AC18-1142EDA9DA3A}" type="parTrans" cxnId="{CC0E30F2-796B-4EFA-87D9-E469441B9AEA}">
      <dgm:prSet/>
      <dgm:spPr/>
      <dgm:t>
        <a:bodyPr/>
        <a:lstStyle/>
        <a:p>
          <a:endParaRPr kumimoji="1" lang="ja-JP" altLang="en-US"/>
        </a:p>
      </dgm:t>
    </dgm:pt>
    <dgm:pt modelId="{0576A6F0-C75F-40BD-9F18-40C0D2FBC7AB}" type="sibTrans" cxnId="{CC0E30F2-796B-4EFA-87D9-E469441B9AEA}">
      <dgm:prSet/>
      <dgm:spPr/>
      <dgm:t>
        <a:bodyPr/>
        <a:lstStyle/>
        <a:p>
          <a:endParaRPr kumimoji="1" lang="ja-JP" altLang="en-US"/>
        </a:p>
      </dgm:t>
    </dgm:pt>
    <dgm:pt modelId="{D3DC80BA-3C2C-4E67-9B7B-9410BB9C733E}">
      <dgm:prSet phldrT="[テキスト]"/>
      <dgm:spPr/>
      <dgm:t>
        <a:bodyPr/>
        <a:lstStyle/>
        <a:p>
          <a:r>
            <a:rPr kumimoji="1" lang="ja-JP" altLang="en-US" dirty="0"/>
            <a:t>デブロイ</a:t>
          </a:r>
        </a:p>
      </dgm:t>
    </dgm:pt>
    <dgm:pt modelId="{F5D76433-1A93-4940-B915-69B61AA4704A}" type="parTrans" cxnId="{3BB3B9A7-65B0-4232-B844-D7F40013F27A}">
      <dgm:prSet/>
      <dgm:spPr/>
      <dgm:t>
        <a:bodyPr/>
        <a:lstStyle/>
        <a:p>
          <a:endParaRPr kumimoji="1" lang="ja-JP" altLang="en-US"/>
        </a:p>
      </dgm:t>
    </dgm:pt>
    <dgm:pt modelId="{BB013429-B1A0-4CF8-99F8-9DAB2156906F}" type="sibTrans" cxnId="{3BB3B9A7-65B0-4232-B844-D7F40013F27A}">
      <dgm:prSet/>
      <dgm:spPr/>
      <dgm:t>
        <a:bodyPr/>
        <a:lstStyle/>
        <a:p>
          <a:endParaRPr kumimoji="1" lang="ja-JP" altLang="en-US"/>
        </a:p>
      </dgm:t>
    </dgm:pt>
    <dgm:pt modelId="{56B9EA5B-8386-49F9-BE46-115ABD579D4D}">
      <dgm:prSet phldrT="[テキスト]"/>
      <dgm:spPr/>
      <dgm:t>
        <a:bodyPr/>
        <a:lstStyle/>
        <a:p>
          <a:r>
            <a:rPr kumimoji="1" lang="ja-JP" altLang="en-US" dirty="0"/>
            <a:t>オプティマイズ</a:t>
          </a:r>
        </a:p>
      </dgm:t>
    </dgm:pt>
    <dgm:pt modelId="{6A728015-66AE-4817-8EBD-5E052AAF2561}" type="parTrans" cxnId="{D84DA18D-EABC-41EB-8956-4E24A3DDCACA}">
      <dgm:prSet/>
      <dgm:spPr/>
      <dgm:t>
        <a:bodyPr/>
        <a:lstStyle/>
        <a:p>
          <a:endParaRPr kumimoji="1" lang="ja-JP" altLang="en-US"/>
        </a:p>
      </dgm:t>
    </dgm:pt>
    <dgm:pt modelId="{727EAB61-1259-4C9E-BCF1-A90A8FADB170}" type="sibTrans" cxnId="{D84DA18D-EABC-41EB-8956-4E24A3DDCACA}">
      <dgm:prSet/>
      <dgm:spPr/>
      <dgm:t>
        <a:bodyPr/>
        <a:lstStyle/>
        <a:p>
          <a:endParaRPr kumimoji="1" lang="ja-JP" altLang="en-US"/>
        </a:p>
      </dgm:t>
    </dgm:pt>
    <dgm:pt modelId="{CEC2776E-2EE5-4241-B406-13035083AD27}">
      <dgm:prSet phldrT="[テキスト]"/>
      <dgm:spPr/>
      <dgm:t>
        <a:bodyPr/>
        <a:lstStyle/>
        <a:p>
          <a:r>
            <a:rPr kumimoji="1" lang="ja-JP" altLang="en-US" dirty="0"/>
            <a:t>推論</a:t>
          </a:r>
        </a:p>
      </dgm:t>
    </dgm:pt>
    <dgm:pt modelId="{1EE4B5CD-88D7-4BEF-AE0C-65D5D39910C3}" type="parTrans" cxnId="{A14B7B8D-A290-4DF4-8A2B-AC11CE3FFB2F}">
      <dgm:prSet/>
      <dgm:spPr/>
      <dgm:t>
        <a:bodyPr/>
        <a:lstStyle/>
        <a:p>
          <a:endParaRPr kumimoji="1" lang="ja-JP" altLang="en-US"/>
        </a:p>
      </dgm:t>
    </dgm:pt>
    <dgm:pt modelId="{9F79ECC0-4CFF-459F-9CEC-65B20DAC49DE}" type="sibTrans" cxnId="{A14B7B8D-A290-4DF4-8A2B-AC11CE3FFB2F}">
      <dgm:prSet/>
      <dgm:spPr/>
      <dgm:t>
        <a:bodyPr/>
        <a:lstStyle/>
        <a:p>
          <a:endParaRPr kumimoji="1" lang="ja-JP" altLang="en-US"/>
        </a:p>
      </dgm:t>
    </dgm:pt>
    <dgm:pt modelId="{A19BE679-5C66-47B3-AD2F-58BE85F66D25}">
      <dgm:prSet phldrT="[テキスト]"/>
      <dgm:spPr/>
      <dgm:t>
        <a:bodyPr/>
        <a:lstStyle/>
        <a:p>
          <a:r>
            <a:rPr kumimoji="1" lang="ja-JP" altLang="en-US" dirty="0"/>
            <a:t>学習データ</a:t>
          </a:r>
        </a:p>
      </dgm:t>
    </dgm:pt>
    <dgm:pt modelId="{F70D383E-BED3-4185-AF0C-13740A33040C}" type="parTrans" cxnId="{E8875F32-C365-4657-8364-9169B8F42BFD}">
      <dgm:prSet/>
      <dgm:spPr/>
      <dgm:t>
        <a:bodyPr/>
        <a:lstStyle/>
        <a:p>
          <a:endParaRPr kumimoji="1" lang="ja-JP" altLang="en-US"/>
        </a:p>
      </dgm:t>
    </dgm:pt>
    <dgm:pt modelId="{ABF3BEAF-DD3B-475B-A6B8-D4A23B6DD6A5}" type="sibTrans" cxnId="{E8875F32-C365-4657-8364-9169B8F42BFD}">
      <dgm:prSet/>
      <dgm:spPr/>
      <dgm:t>
        <a:bodyPr/>
        <a:lstStyle/>
        <a:p>
          <a:endParaRPr kumimoji="1" lang="ja-JP" altLang="en-US"/>
        </a:p>
      </dgm:t>
    </dgm:pt>
    <dgm:pt modelId="{B235DE8F-A5C9-4FFF-B267-217FFD49729B}" type="pres">
      <dgm:prSet presAssocID="{3FD06193-73B4-4AF6-A7A8-E54A418D8874}" presName="cycle" presStyleCnt="0">
        <dgm:presLayoutVars>
          <dgm:dir/>
          <dgm:resizeHandles val="exact"/>
        </dgm:presLayoutVars>
      </dgm:prSet>
      <dgm:spPr/>
    </dgm:pt>
    <dgm:pt modelId="{9FFA5CE9-5FED-4B09-9FB1-56A993F4E3CC}" type="pres">
      <dgm:prSet presAssocID="{24AA4208-426E-4329-9BD6-4BE9B1CC52E8}" presName="node" presStyleLbl="node1" presStyleIdx="0" presStyleCnt="5">
        <dgm:presLayoutVars>
          <dgm:bulletEnabled val="1"/>
        </dgm:presLayoutVars>
      </dgm:prSet>
      <dgm:spPr/>
    </dgm:pt>
    <dgm:pt modelId="{FAF7474E-DD35-4893-88FA-C577DD4BD934}" type="pres">
      <dgm:prSet presAssocID="{0576A6F0-C75F-40BD-9F18-40C0D2FBC7AB}" presName="sibTrans" presStyleLbl="sibTrans2D1" presStyleIdx="0" presStyleCnt="5"/>
      <dgm:spPr/>
    </dgm:pt>
    <dgm:pt modelId="{9164C2FC-6E7B-4F88-BD1B-A9AB0F799F39}" type="pres">
      <dgm:prSet presAssocID="{0576A6F0-C75F-40BD-9F18-40C0D2FBC7AB}" presName="connectorText" presStyleLbl="sibTrans2D1" presStyleIdx="0" presStyleCnt="5"/>
      <dgm:spPr/>
    </dgm:pt>
    <dgm:pt modelId="{A34D5A6E-633B-4FA5-9F02-2170663DE51E}" type="pres">
      <dgm:prSet presAssocID="{D3DC80BA-3C2C-4E67-9B7B-9410BB9C733E}" presName="node" presStyleLbl="node1" presStyleIdx="1" presStyleCnt="5">
        <dgm:presLayoutVars>
          <dgm:bulletEnabled val="1"/>
        </dgm:presLayoutVars>
      </dgm:prSet>
      <dgm:spPr/>
    </dgm:pt>
    <dgm:pt modelId="{063EDB37-1C27-41E3-A3FB-C715727703CD}" type="pres">
      <dgm:prSet presAssocID="{BB013429-B1A0-4CF8-99F8-9DAB2156906F}" presName="sibTrans" presStyleLbl="sibTrans2D1" presStyleIdx="1" presStyleCnt="5"/>
      <dgm:spPr/>
    </dgm:pt>
    <dgm:pt modelId="{3ABF8168-5727-43F0-8BB4-61E31C43E09A}" type="pres">
      <dgm:prSet presAssocID="{BB013429-B1A0-4CF8-99F8-9DAB2156906F}" presName="connectorText" presStyleLbl="sibTrans2D1" presStyleIdx="1" presStyleCnt="5"/>
      <dgm:spPr/>
    </dgm:pt>
    <dgm:pt modelId="{0FF4FBA8-E9F1-4009-AE5A-B7D7F93FEC42}" type="pres">
      <dgm:prSet presAssocID="{56B9EA5B-8386-49F9-BE46-115ABD579D4D}" presName="node" presStyleLbl="node1" presStyleIdx="2" presStyleCnt="5">
        <dgm:presLayoutVars>
          <dgm:bulletEnabled val="1"/>
        </dgm:presLayoutVars>
      </dgm:prSet>
      <dgm:spPr/>
    </dgm:pt>
    <dgm:pt modelId="{A2D3FF89-4201-403F-B5C1-66AA3176AE58}" type="pres">
      <dgm:prSet presAssocID="{727EAB61-1259-4C9E-BCF1-A90A8FADB170}" presName="sibTrans" presStyleLbl="sibTrans2D1" presStyleIdx="2" presStyleCnt="5"/>
      <dgm:spPr/>
    </dgm:pt>
    <dgm:pt modelId="{C302C40B-9653-439F-92C2-E19B5638A212}" type="pres">
      <dgm:prSet presAssocID="{727EAB61-1259-4C9E-BCF1-A90A8FADB170}" presName="connectorText" presStyleLbl="sibTrans2D1" presStyleIdx="2" presStyleCnt="5"/>
      <dgm:spPr/>
    </dgm:pt>
    <dgm:pt modelId="{9AAEAB77-DC3C-4B7A-801B-2045E126489D}" type="pres">
      <dgm:prSet presAssocID="{CEC2776E-2EE5-4241-B406-13035083AD27}" presName="node" presStyleLbl="node1" presStyleIdx="3" presStyleCnt="5">
        <dgm:presLayoutVars>
          <dgm:bulletEnabled val="1"/>
        </dgm:presLayoutVars>
      </dgm:prSet>
      <dgm:spPr/>
    </dgm:pt>
    <dgm:pt modelId="{087F1210-7679-4CD1-9D8B-74A561C2ED5E}" type="pres">
      <dgm:prSet presAssocID="{9F79ECC0-4CFF-459F-9CEC-65B20DAC49DE}" presName="sibTrans" presStyleLbl="sibTrans2D1" presStyleIdx="3" presStyleCnt="5"/>
      <dgm:spPr/>
    </dgm:pt>
    <dgm:pt modelId="{DD1B488A-CA50-4991-92D4-A3402C1D6917}" type="pres">
      <dgm:prSet presAssocID="{9F79ECC0-4CFF-459F-9CEC-65B20DAC49DE}" presName="connectorText" presStyleLbl="sibTrans2D1" presStyleIdx="3" presStyleCnt="5"/>
      <dgm:spPr/>
    </dgm:pt>
    <dgm:pt modelId="{7AB077C2-88CC-4431-99B7-8BFB3E2D917F}" type="pres">
      <dgm:prSet presAssocID="{A19BE679-5C66-47B3-AD2F-58BE85F66D25}" presName="node" presStyleLbl="node1" presStyleIdx="4" presStyleCnt="5">
        <dgm:presLayoutVars>
          <dgm:bulletEnabled val="1"/>
        </dgm:presLayoutVars>
      </dgm:prSet>
      <dgm:spPr/>
    </dgm:pt>
    <dgm:pt modelId="{3DA5862B-AA8C-42C0-AC73-DF910C8B65A0}" type="pres">
      <dgm:prSet presAssocID="{ABF3BEAF-DD3B-475B-A6B8-D4A23B6DD6A5}" presName="sibTrans" presStyleLbl="sibTrans2D1" presStyleIdx="4" presStyleCnt="5"/>
      <dgm:spPr/>
    </dgm:pt>
    <dgm:pt modelId="{22F703A6-1CEC-4D44-ADD9-A04222B67956}" type="pres">
      <dgm:prSet presAssocID="{ABF3BEAF-DD3B-475B-A6B8-D4A23B6DD6A5}" presName="connectorText" presStyleLbl="sibTrans2D1" presStyleIdx="4" presStyleCnt="5"/>
      <dgm:spPr/>
    </dgm:pt>
  </dgm:ptLst>
  <dgm:cxnLst>
    <dgm:cxn modelId="{E6F3880D-0DCE-46E6-993B-9CB68846FC41}" type="presOf" srcId="{A19BE679-5C66-47B3-AD2F-58BE85F66D25}" destId="{7AB077C2-88CC-4431-99B7-8BFB3E2D917F}" srcOrd="0" destOrd="0" presId="urn:microsoft.com/office/officeart/2005/8/layout/cycle2"/>
    <dgm:cxn modelId="{013BB111-0A40-401A-A780-3E773296FD28}" type="presOf" srcId="{ABF3BEAF-DD3B-475B-A6B8-D4A23B6DD6A5}" destId="{22F703A6-1CEC-4D44-ADD9-A04222B67956}" srcOrd="1" destOrd="0" presId="urn:microsoft.com/office/officeart/2005/8/layout/cycle2"/>
    <dgm:cxn modelId="{9E92731B-5FD9-4761-A78E-1BDB5A3C9C28}" type="presOf" srcId="{727EAB61-1259-4C9E-BCF1-A90A8FADB170}" destId="{A2D3FF89-4201-403F-B5C1-66AA3176AE58}" srcOrd="0" destOrd="0" presId="urn:microsoft.com/office/officeart/2005/8/layout/cycle2"/>
    <dgm:cxn modelId="{4E7CDC1B-00E4-4F76-A855-467A70890303}" type="presOf" srcId="{0576A6F0-C75F-40BD-9F18-40C0D2FBC7AB}" destId="{9164C2FC-6E7B-4F88-BD1B-A9AB0F799F39}" srcOrd="1" destOrd="0" presId="urn:microsoft.com/office/officeart/2005/8/layout/cycle2"/>
    <dgm:cxn modelId="{770ED320-E33A-42DA-8463-028AC5388AE2}" type="presOf" srcId="{ABF3BEAF-DD3B-475B-A6B8-D4A23B6DD6A5}" destId="{3DA5862B-AA8C-42C0-AC73-DF910C8B65A0}" srcOrd="0" destOrd="0" presId="urn:microsoft.com/office/officeart/2005/8/layout/cycle2"/>
    <dgm:cxn modelId="{44FDAB30-B108-4902-9621-D441305391BA}" type="presOf" srcId="{CEC2776E-2EE5-4241-B406-13035083AD27}" destId="{9AAEAB77-DC3C-4B7A-801B-2045E126489D}" srcOrd="0" destOrd="0" presId="urn:microsoft.com/office/officeart/2005/8/layout/cycle2"/>
    <dgm:cxn modelId="{E8875F32-C365-4657-8364-9169B8F42BFD}" srcId="{3FD06193-73B4-4AF6-A7A8-E54A418D8874}" destId="{A19BE679-5C66-47B3-AD2F-58BE85F66D25}" srcOrd="4" destOrd="0" parTransId="{F70D383E-BED3-4185-AF0C-13740A33040C}" sibTransId="{ABF3BEAF-DD3B-475B-A6B8-D4A23B6DD6A5}"/>
    <dgm:cxn modelId="{B8494E5D-E6AF-47ED-A078-EC585B40343D}" type="presOf" srcId="{56B9EA5B-8386-49F9-BE46-115ABD579D4D}" destId="{0FF4FBA8-E9F1-4009-AE5A-B7D7F93FEC42}" srcOrd="0" destOrd="0" presId="urn:microsoft.com/office/officeart/2005/8/layout/cycle2"/>
    <dgm:cxn modelId="{E2093960-7952-4EBA-B1A9-4E65060C197C}" type="presOf" srcId="{24AA4208-426E-4329-9BD6-4BE9B1CC52E8}" destId="{9FFA5CE9-5FED-4B09-9FB1-56A993F4E3CC}" srcOrd="0" destOrd="0" presId="urn:microsoft.com/office/officeart/2005/8/layout/cycle2"/>
    <dgm:cxn modelId="{686B3441-F751-4298-A4C0-F808D13CAC22}" type="presOf" srcId="{BB013429-B1A0-4CF8-99F8-9DAB2156906F}" destId="{3ABF8168-5727-43F0-8BB4-61E31C43E09A}" srcOrd="1" destOrd="0" presId="urn:microsoft.com/office/officeart/2005/8/layout/cycle2"/>
    <dgm:cxn modelId="{E5074362-4CC2-4906-A9A3-969BE9356959}" type="presOf" srcId="{0576A6F0-C75F-40BD-9F18-40C0D2FBC7AB}" destId="{FAF7474E-DD35-4893-88FA-C577DD4BD934}" srcOrd="0" destOrd="0" presId="urn:microsoft.com/office/officeart/2005/8/layout/cycle2"/>
    <dgm:cxn modelId="{80CF4644-F9EA-4399-A4D0-70AB16D060F2}" type="presOf" srcId="{9F79ECC0-4CFF-459F-9CEC-65B20DAC49DE}" destId="{DD1B488A-CA50-4991-92D4-A3402C1D6917}" srcOrd="1" destOrd="0" presId="urn:microsoft.com/office/officeart/2005/8/layout/cycle2"/>
    <dgm:cxn modelId="{D0BE006A-3E44-4644-B096-BA32C45B8FDD}" type="presOf" srcId="{727EAB61-1259-4C9E-BCF1-A90A8FADB170}" destId="{C302C40B-9653-439F-92C2-E19B5638A212}" srcOrd="1" destOrd="0" presId="urn:microsoft.com/office/officeart/2005/8/layout/cycle2"/>
    <dgm:cxn modelId="{ADED6F6D-A733-48D2-B4CB-B81DC6D4D678}" type="presOf" srcId="{D3DC80BA-3C2C-4E67-9B7B-9410BB9C733E}" destId="{A34D5A6E-633B-4FA5-9F02-2170663DE51E}" srcOrd="0" destOrd="0" presId="urn:microsoft.com/office/officeart/2005/8/layout/cycle2"/>
    <dgm:cxn modelId="{53285A5A-FBCD-4C06-BE9E-B2BE6CD8ADB4}" type="presOf" srcId="{BB013429-B1A0-4CF8-99F8-9DAB2156906F}" destId="{063EDB37-1C27-41E3-A3FB-C715727703CD}" srcOrd="0" destOrd="0" presId="urn:microsoft.com/office/officeart/2005/8/layout/cycle2"/>
    <dgm:cxn modelId="{A14B7B8D-A290-4DF4-8A2B-AC11CE3FFB2F}" srcId="{3FD06193-73B4-4AF6-A7A8-E54A418D8874}" destId="{CEC2776E-2EE5-4241-B406-13035083AD27}" srcOrd="3" destOrd="0" parTransId="{1EE4B5CD-88D7-4BEF-AE0C-65D5D39910C3}" sibTransId="{9F79ECC0-4CFF-459F-9CEC-65B20DAC49DE}"/>
    <dgm:cxn modelId="{D84DA18D-EABC-41EB-8956-4E24A3DDCACA}" srcId="{3FD06193-73B4-4AF6-A7A8-E54A418D8874}" destId="{56B9EA5B-8386-49F9-BE46-115ABD579D4D}" srcOrd="2" destOrd="0" parTransId="{6A728015-66AE-4817-8EBD-5E052AAF2561}" sibTransId="{727EAB61-1259-4C9E-BCF1-A90A8FADB170}"/>
    <dgm:cxn modelId="{3BB3B9A7-65B0-4232-B844-D7F40013F27A}" srcId="{3FD06193-73B4-4AF6-A7A8-E54A418D8874}" destId="{D3DC80BA-3C2C-4E67-9B7B-9410BB9C733E}" srcOrd="1" destOrd="0" parTransId="{F5D76433-1A93-4940-B915-69B61AA4704A}" sibTransId="{BB013429-B1A0-4CF8-99F8-9DAB2156906F}"/>
    <dgm:cxn modelId="{78C3F1B2-1B43-4820-9F10-589259133C3F}" type="presOf" srcId="{3FD06193-73B4-4AF6-A7A8-E54A418D8874}" destId="{B235DE8F-A5C9-4FFF-B267-217FFD49729B}" srcOrd="0" destOrd="0" presId="urn:microsoft.com/office/officeart/2005/8/layout/cycle2"/>
    <dgm:cxn modelId="{BBDCAAD8-6EDC-4153-94B3-4BB7F7E12E62}" type="presOf" srcId="{9F79ECC0-4CFF-459F-9CEC-65B20DAC49DE}" destId="{087F1210-7679-4CD1-9D8B-74A561C2ED5E}" srcOrd="0" destOrd="0" presId="urn:microsoft.com/office/officeart/2005/8/layout/cycle2"/>
    <dgm:cxn modelId="{CC0E30F2-796B-4EFA-87D9-E469441B9AEA}" srcId="{3FD06193-73B4-4AF6-A7A8-E54A418D8874}" destId="{24AA4208-426E-4329-9BD6-4BE9B1CC52E8}" srcOrd="0" destOrd="0" parTransId="{443E0C39-8EC4-420D-AC18-1142EDA9DA3A}" sibTransId="{0576A6F0-C75F-40BD-9F18-40C0D2FBC7AB}"/>
    <dgm:cxn modelId="{D4D71645-DB2D-4E26-9D82-238A327E824A}" type="presParOf" srcId="{B235DE8F-A5C9-4FFF-B267-217FFD49729B}" destId="{9FFA5CE9-5FED-4B09-9FB1-56A993F4E3CC}" srcOrd="0" destOrd="0" presId="urn:microsoft.com/office/officeart/2005/8/layout/cycle2"/>
    <dgm:cxn modelId="{4FFEAC50-55FB-4E28-93CF-E791E135CC57}" type="presParOf" srcId="{B235DE8F-A5C9-4FFF-B267-217FFD49729B}" destId="{FAF7474E-DD35-4893-88FA-C577DD4BD934}" srcOrd="1" destOrd="0" presId="urn:microsoft.com/office/officeart/2005/8/layout/cycle2"/>
    <dgm:cxn modelId="{C01DAE04-F82D-4844-9095-06C7925C5BE0}" type="presParOf" srcId="{FAF7474E-DD35-4893-88FA-C577DD4BD934}" destId="{9164C2FC-6E7B-4F88-BD1B-A9AB0F799F39}" srcOrd="0" destOrd="0" presId="urn:microsoft.com/office/officeart/2005/8/layout/cycle2"/>
    <dgm:cxn modelId="{9429DE52-771D-4427-9842-24745CA19FA3}" type="presParOf" srcId="{B235DE8F-A5C9-4FFF-B267-217FFD49729B}" destId="{A34D5A6E-633B-4FA5-9F02-2170663DE51E}" srcOrd="2" destOrd="0" presId="urn:microsoft.com/office/officeart/2005/8/layout/cycle2"/>
    <dgm:cxn modelId="{B75A2101-BB7A-40B9-A000-4C5EBF811F4F}" type="presParOf" srcId="{B235DE8F-A5C9-4FFF-B267-217FFD49729B}" destId="{063EDB37-1C27-41E3-A3FB-C715727703CD}" srcOrd="3" destOrd="0" presId="urn:microsoft.com/office/officeart/2005/8/layout/cycle2"/>
    <dgm:cxn modelId="{D6E39D02-9871-43B4-BDB0-E61E4DA8F47E}" type="presParOf" srcId="{063EDB37-1C27-41E3-A3FB-C715727703CD}" destId="{3ABF8168-5727-43F0-8BB4-61E31C43E09A}" srcOrd="0" destOrd="0" presId="urn:microsoft.com/office/officeart/2005/8/layout/cycle2"/>
    <dgm:cxn modelId="{28C2391E-2E85-4A10-AEC4-E1A16D7DE049}" type="presParOf" srcId="{B235DE8F-A5C9-4FFF-B267-217FFD49729B}" destId="{0FF4FBA8-E9F1-4009-AE5A-B7D7F93FEC42}" srcOrd="4" destOrd="0" presId="urn:microsoft.com/office/officeart/2005/8/layout/cycle2"/>
    <dgm:cxn modelId="{AE069269-F780-43FC-9642-BE8C90368B2D}" type="presParOf" srcId="{B235DE8F-A5C9-4FFF-B267-217FFD49729B}" destId="{A2D3FF89-4201-403F-B5C1-66AA3176AE58}" srcOrd="5" destOrd="0" presId="urn:microsoft.com/office/officeart/2005/8/layout/cycle2"/>
    <dgm:cxn modelId="{36FB36E0-B06F-4C42-A44B-0F18A1B1C4FD}" type="presParOf" srcId="{A2D3FF89-4201-403F-B5C1-66AA3176AE58}" destId="{C302C40B-9653-439F-92C2-E19B5638A212}" srcOrd="0" destOrd="0" presId="urn:microsoft.com/office/officeart/2005/8/layout/cycle2"/>
    <dgm:cxn modelId="{9A1F2A2F-223B-4C6A-986B-5517CB90070E}" type="presParOf" srcId="{B235DE8F-A5C9-4FFF-B267-217FFD49729B}" destId="{9AAEAB77-DC3C-4B7A-801B-2045E126489D}" srcOrd="6" destOrd="0" presId="urn:microsoft.com/office/officeart/2005/8/layout/cycle2"/>
    <dgm:cxn modelId="{63BAC0E2-13DF-4D21-8012-19CDF90691AF}" type="presParOf" srcId="{B235DE8F-A5C9-4FFF-B267-217FFD49729B}" destId="{087F1210-7679-4CD1-9D8B-74A561C2ED5E}" srcOrd="7" destOrd="0" presId="urn:microsoft.com/office/officeart/2005/8/layout/cycle2"/>
    <dgm:cxn modelId="{C85449B9-D51D-4256-9E35-51ECBBE9D4E8}" type="presParOf" srcId="{087F1210-7679-4CD1-9D8B-74A561C2ED5E}" destId="{DD1B488A-CA50-4991-92D4-A3402C1D6917}" srcOrd="0" destOrd="0" presId="urn:microsoft.com/office/officeart/2005/8/layout/cycle2"/>
    <dgm:cxn modelId="{65C40987-8480-4F93-AD65-24E526D99FCD}" type="presParOf" srcId="{B235DE8F-A5C9-4FFF-B267-217FFD49729B}" destId="{7AB077C2-88CC-4431-99B7-8BFB3E2D917F}" srcOrd="8" destOrd="0" presId="urn:microsoft.com/office/officeart/2005/8/layout/cycle2"/>
    <dgm:cxn modelId="{28941113-9B49-465A-B4E6-434EB32B913C}" type="presParOf" srcId="{B235DE8F-A5C9-4FFF-B267-217FFD49729B}" destId="{3DA5862B-AA8C-42C0-AC73-DF910C8B65A0}" srcOrd="9" destOrd="0" presId="urn:microsoft.com/office/officeart/2005/8/layout/cycle2"/>
    <dgm:cxn modelId="{F74B3CE5-52B7-47CF-A4F5-8202EC816169}" type="presParOf" srcId="{3DA5862B-AA8C-42C0-AC73-DF910C8B65A0}" destId="{22F703A6-1CEC-4D44-ADD9-A04222B6795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FA5CE9-5FED-4B09-9FB1-56A993F4E3CC}">
      <dsp:nvSpPr>
        <dsp:cNvPr id="0" name=""/>
        <dsp:cNvSpPr/>
      </dsp:nvSpPr>
      <dsp:spPr>
        <a:xfrm>
          <a:off x="2270778" y="1268"/>
          <a:ext cx="1019643" cy="101964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 dirty="0"/>
            <a:t>学習</a:t>
          </a:r>
        </a:p>
      </dsp:txBody>
      <dsp:txXfrm>
        <a:off x="2420101" y="150591"/>
        <a:ext cx="720997" cy="720997"/>
      </dsp:txXfrm>
    </dsp:sp>
    <dsp:sp modelId="{FAF7474E-DD35-4893-88FA-C577DD4BD934}">
      <dsp:nvSpPr>
        <dsp:cNvPr id="0" name=""/>
        <dsp:cNvSpPr/>
      </dsp:nvSpPr>
      <dsp:spPr>
        <a:xfrm rot="2160000">
          <a:off x="3258089" y="784246"/>
          <a:ext cx="270609" cy="3441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>
        <a:off x="3265841" y="829213"/>
        <a:ext cx="189426" cy="206477"/>
      </dsp:txXfrm>
    </dsp:sp>
    <dsp:sp modelId="{A34D5A6E-633B-4FA5-9F02-2170663DE51E}">
      <dsp:nvSpPr>
        <dsp:cNvPr id="0" name=""/>
        <dsp:cNvSpPr/>
      </dsp:nvSpPr>
      <dsp:spPr>
        <a:xfrm>
          <a:off x="3508758" y="900713"/>
          <a:ext cx="1019643" cy="1019643"/>
        </a:xfrm>
        <a:prstGeom prst="ellipse">
          <a:avLst/>
        </a:prstGeom>
        <a:solidFill>
          <a:schemeClr val="accent5">
            <a:hueOff val="-3128570"/>
            <a:satOff val="23343"/>
            <a:lumOff val="-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 dirty="0"/>
            <a:t>デブロイ</a:t>
          </a:r>
        </a:p>
      </dsp:txBody>
      <dsp:txXfrm>
        <a:off x="3658081" y="1050036"/>
        <a:ext cx="720997" cy="720997"/>
      </dsp:txXfrm>
    </dsp:sp>
    <dsp:sp modelId="{063EDB37-1C27-41E3-A3FB-C715727703CD}">
      <dsp:nvSpPr>
        <dsp:cNvPr id="0" name=""/>
        <dsp:cNvSpPr/>
      </dsp:nvSpPr>
      <dsp:spPr>
        <a:xfrm rot="6480000">
          <a:off x="3649208" y="1958853"/>
          <a:ext cx="270609" cy="3441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128570"/>
            <a:satOff val="23343"/>
            <a:lumOff val="-607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 rot="10800000">
        <a:off x="3702343" y="1989074"/>
        <a:ext cx="189426" cy="206477"/>
      </dsp:txXfrm>
    </dsp:sp>
    <dsp:sp modelId="{0FF4FBA8-E9F1-4009-AE5A-B7D7F93FEC42}">
      <dsp:nvSpPr>
        <dsp:cNvPr id="0" name=""/>
        <dsp:cNvSpPr/>
      </dsp:nvSpPr>
      <dsp:spPr>
        <a:xfrm>
          <a:off x="3035891" y="2356046"/>
          <a:ext cx="1019643" cy="1019643"/>
        </a:xfrm>
        <a:prstGeom prst="ellipse">
          <a:avLst/>
        </a:prstGeom>
        <a:solidFill>
          <a:schemeClr val="accent5">
            <a:hueOff val="-6257141"/>
            <a:satOff val="46686"/>
            <a:lumOff val="-1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 dirty="0"/>
            <a:t>オプティマイズ</a:t>
          </a:r>
        </a:p>
      </dsp:txBody>
      <dsp:txXfrm>
        <a:off x="3185214" y="2505369"/>
        <a:ext cx="720997" cy="720997"/>
      </dsp:txXfrm>
    </dsp:sp>
    <dsp:sp modelId="{A2D3FF89-4201-403F-B5C1-66AA3176AE58}">
      <dsp:nvSpPr>
        <dsp:cNvPr id="0" name=""/>
        <dsp:cNvSpPr/>
      </dsp:nvSpPr>
      <dsp:spPr>
        <a:xfrm rot="10800000">
          <a:off x="2652954" y="2693803"/>
          <a:ext cx="270609" cy="3441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6257141"/>
            <a:satOff val="46686"/>
            <a:lumOff val="-1215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 rot="10800000">
        <a:off x="2734137" y="2762629"/>
        <a:ext cx="189426" cy="206477"/>
      </dsp:txXfrm>
    </dsp:sp>
    <dsp:sp modelId="{9AAEAB77-DC3C-4B7A-801B-2045E126489D}">
      <dsp:nvSpPr>
        <dsp:cNvPr id="0" name=""/>
        <dsp:cNvSpPr/>
      </dsp:nvSpPr>
      <dsp:spPr>
        <a:xfrm>
          <a:off x="1505664" y="2356046"/>
          <a:ext cx="1019643" cy="1019643"/>
        </a:xfrm>
        <a:prstGeom prst="ellipse">
          <a:avLst/>
        </a:prstGeom>
        <a:solidFill>
          <a:schemeClr val="accent5">
            <a:hueOff val="-9385711"/>
            <a:satOff val="70028"/>
            <a:lumOff val="-1823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 dirty="0"/>
            <a:t>推論</a:t>
          </a:r>
        </a:p>
      </dsp:txBody>
      <dsp:txXfrm>
        <a:off x="1654987" y="2505369"/>
        <a:ext cx="720997" cy="720997"/>
      </dsp:txXfrm>
    </dsp:sp>
    <dsp:sp modelId="{087F1210-7679-4CD1-9D8B-74A561C2ED5E}">
      <dsp:nvSpPr>
        <dsp:cNvPr id="0" name=""/>
        <dsp:cNvSpPr/>
      </dsp:nvSpPr>
      <dsp:spPr>
        <a:xfrm rot="15120000">
          <a:off x="1646115" y="1973421"/>
          <a:ext cx="270609" cy="3441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385711"/>
            <a:satOff val="70028"/>
            <a:lumOff val="-1823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 rot="10800000">
        <a:off x="1699250" y="2080852"/>
        <a:ext cx="189426" cy="206477"/>
      </dsp:txXfrm>
    </dsp:sp>
    <dsp:sp modelId="{7AB077C2-88CC-4431-99B7-8BFB3E2D917F}">
      <dsp:nvSpPr>
        <dsp:cNvPr id="0" name=""/>
        <dsp:cNvSpPr/>
      </dsp:nvSpPr>
      <dsp:spPr>
        <a:xfrm>
          <a:off x="1032798" y="900713"/>
          <a:ext cx="1019643" cy="1019643"/>
        </a:xfrm>
        <a:prstGeom prst="ellipse">
          <a:avLst/>
        </a:prstGeom>
        <a:solidFill>
          <a:schemeClr val="accent5">
            <a:hueOff val="-12514281"/>
            <a:satOff val="93371"/>
            <a:lumOff val="-2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700" kern="1200" dirty="0"/>
            <a:t>学習データ</a:t>
          </a:r>
        </a:p>
      </dsp:txBody>
      <dsp:txXfrm>
        <a:off x="1182121" y="1050036"/>
        <a:ext cx="720997" cy="720997"/>
      </dsp:txXfrm>
    </dsp:sp>
    <dsp:sp modelId="{3DA5862B-AA8C-42C0-AC73-DF910C8B65A0}">
      <dsp:nvSpPr>
        <dsp:cNvPr id="0" name=""/>
        <dsp:cNvSpPr/>
      </dsp:nvSpPr>
      <dsp:spPr>
        <a:xfrm rot="19440000">
          <a:off x="2020109" y="793249"/>
          <a:ext cx="270609" cy="344129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2514281"/>
            <a:satOff val="93371"/>
            <a:lumOff val="-2431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000" kern="1200"/>
        </a:p>
      </dsp:txBody>
      <dsp:txXfrm>
        <a:off x="2027861" y="885934"/>
        <a:ext cx="189426" cy="2064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B3149-E8DE-4273-B7FB-EDFEB61AC35F}" type="datetimeFigureOut">
              <a:rPr kumimoji="1" lang="ja-JP" altLang="en-US" smtClean="0"/>
              <a:t>2021/4/9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EE7E6-CB3C-464D-9B0F-2338681C77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2105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1342" y="0"/>
            <a:ext cx="2946347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F6548A-C6CF-4C6A-8E66-898AA5274F21}" type="datetimeFigureOut">
              <a:rPr kumimoji="1" lang="ja-JP" altLang="en-US" smtClean="0"/>
              <a:t>2021/4/9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4713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9927" y="4778722"/>
            <a:ext cx="543941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1342" y="9431600"/>
            <a:ext cx="2946347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57576B-81D0-4568-B3CF-C3F7AD81B6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021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114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228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342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456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5570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2684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199798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6913" algn="l" defTabSz="914228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7576B-81D0-4568-B3CF-C3F7AD81B6EA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4844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emf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C12984B8-45EB-C543-A7DF-0A8EA7C2BE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32400" y="0"/>
            <a:ext cx="4063998" cy="6857996"/>
          </a:xfrm>
          <a:prstGeom prst="rect">
            <a:avLst/>
          </a:prstGeom>
        </p:spPr>
      </p:pic>
      <p:pic>
        <p:nvPicPr>
          <p:cNvPr id="22" name="図 2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44" y="165016"/>
            <a:ext cx="2518420" cy="863459"/>
          </a:xfrm>
          <a:prstGeom prst="rect">
            <a:avLst/>
          </a:prstGeom>
        </p:spPr>
      </p:pic>
      <p:pic>
        <p:nvPicPr>
          <p:cNvPr id="25" name="図 2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45" y="4924888"/>
            <a:ext cx="4446233" cy="216000"/>
          </a:xfrm>
          <a:prstGeom prst="rect">
            <a:avLst/>
          </a:prstGeom>
        </p:spPr>
      </p:pic>
      <p:sp>
        <p:nvSpPr>
          <p:cNvPr id="26" name="テキスト プレースホルダー 24"/>
          <p:cNvSpPr>
            <a:spLocks noGrp="1"/>
          </p:cNvSpPr>
          <p:nvPr>
            <p:ph type="body" sz="quarter" idx="18"/>
          </p:nvPr>
        </p:nvSpPr>
        <p:spPr bwMode="auto">
          <a:xfrm>
            <a:off x="3513669" y="2615167"/>
            <a:ext cx="5164666" cy="365577"/>
          </a:xfrm>
          <a:prstGeom prst="rect">
            <a:avLst/>
          </a:prstGeom>
        </p:spPr>
        <p:txBody>
          <a:bodyPr vert="horz" wrap="square" lIns="0" tIns="0" rIns="10800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lang="ja-JP" altLang="en-US" sz="2000" smtClean="0">
                <a:latin typeface="+mj-ea"/>
                <a:ea typeface="+mj-ea"/>
                <a:cs typeface="Meiryo UI" panose="020B0604030504040204" pitchFamily="50" charset="-128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7" name="タイトル 4"/>
          <p:cNvSpPr>
            <a:spLocks noGrp="1"/>
          </p:cNvSpPr>
          <p:nvPr>
            <p:ph type="title" hasCustomPrompt="1"/>
          </p:nvPr>
        </p:nvSpPr>
        <p:spPr>
          <a:xfrm>
            <a:off x="3504143" y="3162920"/>
            <a:ext cx="5164666" cy="54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ja-JP" altLang="en-US" sz="3200" b="1" smtClean="0">
                <a:latin typeface="+mj-ea"/>
                <a:ea typeface="+mj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マスターテキストの書式設定</a:t>
            </a:r>
          </a:p>
        </p:txBody>
      </p:sp>
      <p:graphicFrame>
        <p:nvGraphicFramePr>
          <p:cNvPr id="28" name="表 27">
            <a:extLst>
              <a:ext uri="{FF2B5EF4-FFF2-40B4-BE49-F238E27FC236}">
                <a16:creationId xmlns:a16="http://schemas.microsoft.com/office/drawing/2014/main" id="{60B4F7F2-33AF-4FAF-A113-3FE55D82461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49815253"/>
              </p:ext>
            </p:extLst>
          </p:nvPr>
        </p:nvGraphicFramePr>
        <p:xfrm>
          <a:off x="468001" y="6088097"/>
          <a:ext cx="3095006" cy="522292"/>
        </p:xfrm>
        <a:graphic>
          <a:graphicData uri="http://schemas.openxmlformats.org/drawingml/2006/table">
            <a:tbl>
              <a:tblPr/>
              <a:tblGrid>
                <a:gridCol w="1386557">
                  <a:extLst>
                    <a:ext uri="{9D8B030D-6E8A-4147-A177-3AD203B41FA5}">
                      <a16:colId xmlns:a16="http://schemas.microsoft.com/office/drawing/2014/main" val="692516935"/>
                    </a:ext>
                  </a:extLst>
                </a:gridCol>
                <a:gridCol w="1708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Meiryo UI" pitchFamily="50" charset="-128"/>
                        </a:rPr>
                        <a:t>開示範囲</a:t>
                      </a:r>
                    </a:p>
                  </a:txBody>
                  <a:tcPr marL="0" marR="0" marT="46753" marB="46753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Meiryo UI" pitchFamily="50" charset="-128"/>
                      </a:endParaRPr>
                    </a:p>
                  </a:txBody>
                  <a:tcPr marL="0" marR="0" marT="46753" marB="46753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918508"/>
                  </a:ext>
                </a:extLst>
              </a:tr>
              <a:tr h="2611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Meiryo UI" pitchFamily="50" charset="-128"/>
                        </a:rPr>
                        <a:t>情報オーナー部門長</a:t>
                      </a:r>
                    </a:p>
                  </a:txBody>
                  <a:tcPr marL="0" marR="0" marT="46753" marB="46753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Meiryo UI" pitchFamily="50" charset="-128"/>
                      </a:endParaRPr>
                    </a:p>
                  </a:txBody>
                  <a:tcPr marL="0" marR="0" marT="46753" marB="46753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767453"/>
                  </a:ext>
                </a:extLst>
              </a:tr>
            </a:tbl>
          </a:graphicData>
        </a:graphic>
      </p:graphicFrame>
      <p:sp>
        <p:nvSpPr>
          <p:cNvPr id="29" name="Oval 29"/>
          <p:cNvSpPr>
            <a:spLocks noChangeArrowheads="1"/>
          </p:cNvSpPr>
          <p:nvPr userDrawn="1"/>
        </p:nvSpPr>
        <p:spPr bwMode="auto">
          <a:xfrm>
            <a:off x="3688304" y="6218856"/>
            <a:ext cx="288000" cy="288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968375" eaLnBrk="0" hangingPunct="0">
              <a:lnSpc>
                <a:spcPct val="100000"/>
              </a:lnSpc>
              <a:defRPr/>
            </a:pPr>
            <a:r>
              <a:rPr kumimoji="0" lang="ja-JP" altLang="en-US" sz="1400" b="0" dirty="0">
                <a:solidFill>
                  <a:srgbClr val="FF3300"/>
                </a:solidFill>
              </a:rPr>
              <a:t>秘</a:t>
            </a:r>
          </a:p>
        </p:txBody>
      </p:sp>
      <p:sp>
        <p:nvSpPr>
          <p:cNvPr id="30" name="テキスト プレースホルダー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1958434" y="6351460"/>
            <a:ext cx="1604572" cy="258929"/>
          </a:xfrm>
          <a:prstGeom prst="rect">
            <a:avLst/>
          </a:prstGeom>
        </p:spPr>
        <p:txBody>
          <a:bodyPr vert="horz" wrap="square" lIns="0" tIns="0" rIns="108000" bIns="0" rtlCol="0" anchor="ctr" anchorCtr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Tx/>
              <a:buSzTx/>
              <a:buFontTx/>
              <a:buNone/>
              <a:tabLst/>
              <a:defRPr kumimoji="0" lang="ja-JP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Meiryo UI" pitchFamily="50" charset="-128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Tx/>
              <a:buSzTx/>
              <a:buFontTx/>
              <a:buNone/>
              <a:tabLst/>
            </a:pP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（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XX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）長</a:t>
            </a:r>
          </a:p>
        </p:txBody>
      </p:sp>
      <p:sp>
        <p:nvSpPr>
          <p:cNvPr id="31" name="テキスト プレースホルダー 2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1958433" y="6088097"/>
            <a:ext cx="1604573" cy="2589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ja-JP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Meiryo UI" pitchFamily="50" charset="-128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XXXXXX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限り</a:t>
            </a:r>
          </a:p>
        </p:txBody>
      </p:sp>
      <p:sp>
        <p:nvSpPr>
          <p:cNvPr id="32" name="テキスト プレースホルダー 24"/>
          <p:cNvSpPr>
            <a:spLocks noGrp="1"/>
          </p:cNvSpPr>
          <p:nvPr>
            <p:ph type="body" sz="quarter" idx="21" hasCustomPrompt="1"/>
          </p:nvPr>
        </p:nvSpPr>
        <p:spPr>
          <a:xfrm>
            <a:off x="601481" y="5237853"/>
            <a:ext cx="3329387" cy="32290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defRPr sz="1600"/>
            </a:lvl1pPr>
          </a:lstStyle>
          <a:p>
            <a:pPr lvl="0"/>
            <a:r>
              <a:rPr kumimoji="1" lang="ja-JP" altLang="en-US" dirty="0"/>
              <a:t>氏名</a:t>
            </a:r>
          </a:p>
        </p:txBody>
      </p:sp>
      <p:sp>
        <p:nvSpPr>
          <p:cNvPr id="33" name="テキスト プレースホルダー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1481" y="5574286"/>
            <a:ext cx="2497138" cy="32290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defRPr sz="1400"/>
            </a:lvl1pPr>
          </a:lstStyle>
          <a:p>
            <a:pPr lvl="0"/>
            <a:r>
              <a:rPr kumimoji="1" lang="ja-JP" altLang="en-US" dirty="0"/>
              <a:t>日付</a:t>
            </a:r>
          </a:p>
        </p:txBody>
      </p:sp>
      <p:sp>
        <p:nvSpPr>
          <p:cNvPr id="34" name="フッター プレースホルダー 3"/>
          <p:cNvSpPr txBox="1">
            <a:spLocks/>
          </p:cNvSpPr>
          <p:nvPr userDrawn="1"/>
        </p:nvSpPr>
        <p:spPr bwMode="auto">
          <a:xfrm>
            <a:off x="8511794" y="6557529"/>
            <a:ext cx="2875787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 dirty="0">
                <a:solidFill>
                  <a:srgbClr val="000000"/>
                </a:solidFill>
                <a:effectLst/>
                <a:latin typeface="+mn-ea"/>
                <a:ea typeface="+mn-ea"/>
                <a:cs typeface="Segoe UI" pitchFamily="34" charset="0"/>
              </a:rPr>
              <a:t>© 2021 </a:t>
            </a:r>
            <a:r>
              <a:rPr kumimoji="0" lang="en-US" altLang="ja-JP" sz="800" dirty="0">
                <a:latin typeface="+mn-ea"/>
                <a:ea typeface="+mn-ea"/>
                <a:cs typeface="Segoe UI" panose="020B0502040204020203" pitchFamily="34" charset="0"/>
              </a:rPr>
              <a:t>Toshiba Development &amp; Engineering Corporation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+mn-ea"/>
              <a:ea typeface="+mn-ea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0805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_1 for the Cl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12984B8-45EB-C543-A7DF-0A8EA7C2BE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32400" y="0"/>
            <a:ext cx="4063998" cy="6857996"/>
          </a:xfrm>
          <a:prstGeom prst="rect">
            <a:avLst/>
          </a:prstGeom>
        </p:spPr>
      </p:pic>
      <p:sp>
        <p:nvSpPr>
          <p:cNvPr id="4" name="フッター プレースホルダー 3"/>
          <p:cNvSpPr txBox="1">
            <a:spLocks/>
          </p:cNvSpPr>
          <p:nvPr userDrawn="1"/>
        </p:nvSpPr>
        <p:spPr bwMode="auto">
          <a:xfrm>
            <a:off x="8511794" y="6557529"/>
            <a:ext cx="2875787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 dirty="0">
                <a:solidFill>
                  <a:srgbClr val="000000"/>
                </a:solidFill>
                <a:effectLst/>
                <a:latin typeface="+mn-ea"/>
                <a:ea typeface="+mn-ea"/>
                <a:cs typeface="Segoe UI" pitchFamily="34" charset="0"/>
              </a:rPr>
              <a:t>© 2021 </a:t>
            </a:r>
            <a:r>
              <a:rPr kumimoji="0" lang="en-US" altLang="ja-JP" sz="800" dirty="0">
                <a:latin typeface="+mn-ea"/>
                <a:ea typeface="+mn-ea"/>
                <a:cs typeface="Segoe UI" panose="020B0502040204020203" pitchFamily="34" charset="0"/>
              </a:rPr>
              <a:t>Toshiba Development &amp; Engineering Corporation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+mn-ea"/>
              <a:ea typeface="+mn-ea"/>
              <a:cs typeface="Segoe UI" pitchFamily="34" charset="0"/>
            </a:endParaRPr>
          </a:p>
        </p:txBody>
      </p:sp>
      <p:pic>
        <p:nvPicPr>
          <p:cNvPr id="5" name="図 4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94" y="4146581"/>
            <a:ext cx="2518420" cy="863459"/>
          </a:xfrm>
          <a:prstGeom prst="rect">
            <a:avLst/>
          </a:prstGeom>
        </p:spPr>
      </p:pic>
      <p:grpSp>
        <p:nvGrpSpPr>
          <p:cNvPr id="7" name="グループ化 6"/>
          <p:cNvGrpSpPr/>
          <p:nvPr userDrawn="1"/>
        </p:nvGrpSpPr>
        <p:grpSpPr>
          <a:xfrm>
            <a:off x="7825050" y="5387110"/>
            <a:ext cx="1924353" cy="900000"/>
            <a:chOff x="6007999" y="5419320"/>
            <a:chExt cx="1924353" cy="900000"/>
          </a:xfrm>
        </p:grpSpPr>
        <p:pic>
          <p:nvPicPr>
            <p:cNvPr id="8" name="Picture 5" descr="X:\kikaku\common\201_(秘)ISO27001(山領)\00_（秘）ISO27001取得\13_.登録証_マーク_業績賞\登録マークデータ_JQAのオリジナルデータ\QMS\番号付加\ISO 9001 ホームページ掲載用カラー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07999" y="5419320"/>
              <a:ext cx="637939" cy="900000"/>
            </a:xfrm>
            <a:prstGeom prst="rect">
              <a:avLst/>
            </a:prstGeom>
            <a:noFill/>
          </p:spPr>
        </p:pic>
        <p:pic>
          <p:nvPicPr>
            <p:cNvPr id="9" name="Picture 6" descr="X:\kikaku\common\201_(秘)ISO27001(山領)\00_（秘）ISO27001取得\13_.登録証_マーク_業績賞\登録マークデータ_JQAのオリジナルデータ\EMS\番号付加\ISO 14001ホームページ掲載用カラー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657822" y="5419320"/>
              <a:ext cx="637939" cy="900000"/>
            </a:xfrm>
            <a:prstGeom prst="rect">
              <a:avLst/>
            </a:prstGeom>
            <a:noFill/>
          </p:spPr>
        </p:pic>
        <p:pic>
          <p:nvPicPr>
            <p:cNvPr id="10" name="Picture 7" descr="X:\kikaku\common\201_(秘)ISO27001(山領)\00_（秘）ISO27001取得\13_.登録証_マーク_業績賞\登録マークデータ_JQAのオリジナルデータ\ISO27001\27001_番号付加\ISO_IEC27001 ホームページ掲載用カラー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307645" y="5419320"/>
              <a:ext cx="624707" cy="900000"/>
            </a:xfrm>
            <a:prstGeom prst="rect">
              <a:avLst/>
            </a:prstGeom>
            <a:noFill/>
          </p:spPr>
        </p:pic>
      </p:grpSp>
      <p:pic>
        <p:nvPicPr>
          <p:cNvPr id="11" name="図 10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45" y="4924888"/>
            <a:ext cx="4446233" cy="216000"/>
          </a:xfrm>
          <a:prstGeom prst="rect">
            <a:avLst/>
          </a:prstGeom>
        </p:spPr>
      </p:pic>
      <p:sp>
        <p:nvSpPr>
          <p:cNvPr id="12" name="テキスト プレースホルダー 2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466016"/>
            <a:ext cx="5567040" cy="407859"/>
          </a:xfrm>
          <a:prstGeom prst="rect">
            <a:avLst/>
          </a:prstGeom>
        </p:spPr>
        <p:txBody>
          <a:bodyPr l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defRPr sz="2000">
                <a:latin typeface="+mn-ea"/>
                <a:ea typeface="+mn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en-US" altLang="ja-JP" dirty="0"/>
              <a:t>To ABCDE</a:t>
            </a:r>
            <a:endParaRPr kumimoji="1" lang="ja-JP" altLang="en-US" dirty="0"/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60B4F7F2-33AF-4FAF-A113-3FE55D82461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782837291"/>
              </p:ext>
            </p:extLst>
          </p:nvPr>
        </p:nvGraphicFramePr>
        <p:xfrm>
          <a:off x="468001" y="6088097"/>
          <a:ext cx="3095006" cy="522292"/>
        </p:xfrm>
        <a:graphic>
          <a:graphicData uri="http://schemas.openxmlformats.org/drawingml/2006/table">
            <a:tbl>
              <a:tblPr/>
              <a:tblGrid>
                <a:gridCol w="1386557">
                  <a:extLst>
                    <a:ext uri="{9D8B030D-6E8A-4147-A177-3AD203B41FA5}">
                      <a16:colId xmlns:a16="http://schemas.microsoft.com/office/drawing/2014/main" val="692516935"/>
                    </a:ext>
                  </a:extLst>
                </a:gridCol>
                <a:gridCol w="1708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Meiryo UI" pitchFamily="50" charset="-128"/>
                        </a:rPr>
                        <a:t>開示範囲</a:t>
                      </a:r>
                    </a:p>
                  </a:txBody>
                  <a:tcPr marL="0" marR="0" marT="46753" marB="46753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Meiryo UI" pitchFamily="50" charset="-128"/>
                      </a:endParaRPr>
                    </a:p>
                  </a:txBody>
                  <a:tcPr marL="0" marR="0" marT="46753" marB="46753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918508"/>
                  </a:ext>
                </a:extLst>
              </a:tr>
              <a:tr h="2611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Meiryo UI" pitchFamily="50" charset="-128"/>
                        </a:rPr>
                        <a:t>情報オーナー部門長</a:t>
                      </a:r>
                    </a:p>
                  </a:txBody>
                  <a:tcPr marL="0" marR="0" marT="46753" marB="46753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Meiryo UI" pitchFamily="50" charset="-128"/>
                      </a:endParaRPr>
                    </a:p>
                  </a:txBody>
                  <a:tcPr marL="0" marR="0" marT="46753" marB="46753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767453"/>
                  </a:ext>
                </a:extLst>
              </a:tr>
            </a:tbl>
          </a:graphicData>
        </a:graphic>
      </p:graphicFrame>
      <p:sp>
        <p:nvSpPr>
          <p:cNvPr id="16" name="Oval 29"/>
          <p:cNvSpPr>
            <a:spLocks noChangeArrowheads="1"/>
          </p:cNvSpPr>
          <p:nvPr userDrawn="1"/>
        </p:nvSpPr>
        <p:spPr bwMode="auto">
          <a:xfrm>
            <a:off x="3688304" y="6218856"/>
            <a:ext cx="288000" cy="288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968375" eaLnBrk="0" hangingPunct="0">
              <a:lnSpc>
                <a:spcPct val="100000"/>
              </a:lnSpc>
              <a:defRPr/>
            </a:pPr>
            <a:r>
              <a:rPr kumimoji="0" lang="ja-JP" altLang="en-US" sz="1400" b="0" dirty="0">
                <a:solidFill>
                  <a:srgbClr val="FF3300"/>
                </a:solidFill>
              </a:rPr>
              <a:t>秘</a:t>
            </a:r>
          </a:p>
        </p:txBody>
      </p:sp>
      <p:sp>
        <p:nvSpPr>
          <p:cNvPr id="17" name="テキスト プレースホルダー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1958434" y="6351460"/>
            <a:ext cx="1604572" cy="258929"/>
          </a:xfrm>
          <a:prstGeom prst="rect">
            <a:avLst/>
          </a:prstGeom>
        </p:spPr>
        <p:txBody>
          <a:bodyPr vert="horz" wrap="square" lIns="0" tIns="0" rIns="108000" bIns="0" rtlCol="0" anchor="ctr" anchorCtr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Tx/>
              <a:buSzTx/>
              <a:buFontTx/>
              <a:buNone/>
              <a:tabLst/>
              <a:defRPr kumimoji="0" lang="ja-JP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Meiryo UI" pitchFamily="50" charset="-128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Tx/>
              <a:buSzTx/>
              <a:buFontTx/>
              <a:buNone/>
              <a:tabLst/>
            </a:pP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（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XX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）長</a:t>
            </a:r>
          </a:p>
        </p:txBody>
      </p:sp>
      <p:sp>
        <p:nvSpPr>
          <p:cNvPr id="18" name="テキスト プレースホルダー 2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1958433" y="6088097"/>
            <a:ext cx="1604573" cy="2589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ja-JP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Meiryo UI" pitchFamily="50" charset="-128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XXXXXX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限り</a:t>
            </a:r>
          </a:p>
        </p:txBody>
      </p:sp>
      <p:sp>
        <p:nvSpPr>
          <p:cNvPr id="19" name="テキスト プレースホルダー 24"/>
          <p:cNvSpPr>
            <a:spLocks noGrp="1"/>
          </p:cNvSpPr>
          <p:nvPr>
            <p:ph type="body" sz="quarter" idx="21" hasCustomPrompt="1"/>
          </p:nvPr>
        </p:nvSpPr>
        <p:spPr>
          <a:xfrm>
            <a:off x="601481" y="5237853"/>
            <a:ext cx="3329387" cy="32290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defRPr sz="1600"/>
            </a:lvl1pPr>
          </a:lstStyle>
          <a:p>
            <a:pPr lvl="0"/>
            <a:r>
              <a:rPr kumimoji="1" lang="ja-JP" altLang="en-US" dirty="0"/>
              <a:t>氏名</a:t>
            </a:r>
          </a:p>
        </p:txBody>
      </p:sp>
      <p:sp>
        <p:nvSpPr>
          <p:cNvPr id="20" name="テキスト プレースホルダー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1481" y="5574286"/>
            <a:ext cx="2497138" cy="32290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defRPr sz="1400"/>
            </a:lvl1pPr>
          </a:lstStyle>
          <a:p>
            <a:pPr lvl="0"/>
            <a:r>
              <a:rPr kumimoji="1" lang="ja-JP" altLang="en-US" dirty="0"/>
              <a:t>日付</a:t>
            </a:r>
          </a:p>
        </p:txBody>
      </p:sp>
      <p:sp>
        <p:nvSpPr>
          <p:cNvPr id="21" name="テキスト プレースホルダー 24"/>
          <p:cNvSpPr>
            <a:spLocks noGrp="1"/>
          </p:cNvSpPr>
          <p:nvPr>
            <p:ph type="body" sz="quarter" idx="18"/>
          </p:nvPr>
        </p:nvSpPr>
        <p:spPr bwMode="auto">
          <a:xfrm>
            <a:off x="3513669" y="2615167"/>
            <a:ext cx="5164666" cy="365577"/>
          </a:xfrm>
          <a:prstGeom prst="rect">
            <a:avLst/>
          </a:prstGeom>
        </p:spPr>
        <p:txBody>
          <a:bodyPr vert="horz" wrap="square" lIns="0" tIns="0" rIns="10800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lang="ja-JP" altLang="en-US" sz="2000" smtClean="0">
                <a:latin typeface="+mj-ea"/>
                <a:ea typeface="+mj-ea"/>
                <a:cs typeface="Meiryo UI" panose="020B0604030504040204" pitchFamily="50" charset="-128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2" name="タイトル 4"/>
          <p:cNvSpPr>
            <a:spLocks noGrp="1"/>
          </p:cNvSpPr>
          <p:nvPr>
            <p:ph type="title" hasCustomPrompt="1"/>
          </p:nvPr>
        </p:nvSpPr>
        <p:spPr>
          <a:xfrm>
            <a:off x="3504143" y="3162920"/>
            <a:ext cx="5164666" cy="54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ja-JP" altLang="en-US" sz="3200" b="1" smtClean="0">
                <a:latin typeface="+mj-ea"/>
                <a:ea typeface="+mj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759233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_2 for the Cl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12984B8-45EB-C543-A7DF-0A8EA7C2BE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32400" y="0"/>
            <a:ext cx="4063998" cy="6857996"/>
          </a:xfrm>
          <a:prstGeom prst="rect">
            <a:avLst/>
          </a:prstGeom>
        </p:spPr>
      </p:pic>
      <p:sp>
        <p:nvSpPr>
          <p:cNvPr id="4" name="フッター プレースホルダー 3"/>
          <p:cNvSpPr txBox="1">
            <a:spLocks/>
          </p:cNvSpPr>
          <p:nvPr userDrawn="1"/>
        </p:nvSpPr>
        <p:spPr bwMode="auto">
          <a:xfrm>
            <a:off x="8511793" y="6557529"/>
            <a:ext cx="287578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 dirty="0">
                <a:solidFill>
                  <a:srgbClr val="000000"/>
                </a:solidFill>
                <a:effectLst/>
                <a:latin typeface="+mn-ea"/>
                <a:ea typeface="+mn-ea"/>
                <a:cs typeface="Segoe UI" pitchFamily="34" charset="0"/>
              </a:rPr>
              <a:t>© 2021 </a:t>
            </a:r>
            <a:r>
              <a:rPr kumimoji="0" lang="en-US" altLang="ja-JP" sz="800" dirty="0">
                <a:latin typeface="+mn-ea"/>
                <a:ea typeface="+mn-ea"/>
                <a:cs typeface="Segoe UI" panose="020B0502040204020203" pitchFamily="34" charset="0"/>
              </a:rPr>
              <a:t>Toshiba Development &amp; Engineering Corporation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+mn-ea"/>
              <a:ea typeface="+mn-ea"/>
              <a:cs typeface="Segoe UI" pitchFamily="34" charset="0"/>
            </a:endParaRPr>
          </a:p>
        </p:txBody>
      </p:sp>
      <p:grpSp>
        <p:nvGrpSpPr>
          <p:cNvPr id="7" name="グループ化 6"/>
          <p:cNvGrpSpPr/>
          <p:nvPr userDrawn="1"/>
        </p:nvGrpSpPr>
        <p:grpSpPr>
          <a:xfrm>
            <a:off x="7825050" y="5387110"/>
            <a:ext cx="1924353" cy="900000"/>
            <a:chOff x="6007999" y="5419320"/>
            <a:chExt cx="1924353" cy="900000"/>
          </a:xfrm>
        </p:grpSpPr>
        <p:pic>
          <p:nvPicPr>
            <p:cNvPr id="8" name="Picture 5" descr="X:\kikaku\common\201_(秘)ISO27001(山領)\00_（秘）ISO27001取得\13_.登録証_マーク_業績賞\登録マークデータ_JQAのオリジナルデータ\QMS\番号付加\ISO 9001 ホームページ掲載用カラー.jp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007999" y="5419320"/>
              <a:ext cx="637939" cy="900000"/>
            </a:xfrm>
            <a:prstGeom prst="rect">
              <a:avLst/>
            </a:prstGeom>
            <a:noFill/>
          </p:spPr>
        </p:pic>
        <p:pic>
          <p:nvPicPr>
            <p:cNvPr id="9" name="Picture 6" descr="X:\kikaku\common\201_(秘)ISO27001(山領)\00_（秘）ISO27001取得\13_.登録証_マーク_業績賞\登録マークデータ_JQAのオリジナルデータ\EMS\番号付加\ISO 14001ホームページ掲載用カラー.jpg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657822" y="5419320"/>
              <a:ext cx="637939" cy="900000"/>
            </a:xfrm>
            <a:prstGeom prst="rect">
              <a:avLst/>
            </a:prstGeom>
            <a:noFill/>
          </p:spPr>
        </p:pic>
        <p:pic>
          <p:nvPicPr>
            <p:cNvPr id="10" name="Picture 7" descr="X:\kikaku\common\201_(秘)ISO27001(山領)\00_（秘）ISO27001取得\13_.登録証_マーク_業績賞\登録マークデータ_JQAのオリジナルデータ\ISO27001\27001_番号付加\ISO_IEC27001 ホームページ掲載用カラー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7307645" y="5419320"/>
              <a:ext cx="624707" cy="900000"/>
            </a:xfrm>
            <a:prstGeom prst="rect">
              <a:avLst/>
            </a:prstGeom>
            <a:noFill/>
          </p:spPr>
        </p:pic>
      </p:grpSp>
      <p:sp>
        <p:nvSpPr>
          <p:cNvPr id="12" name="テキスト プレースホルダー 2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466016"/>
            <a:ext cx="5567040" cy="407859"/>
          </a:xfrm>
          <a:prstGeom prst="rect">
            <a:avLst/>
          </a:prstGeom>
        </p:spPr>
        <p:txBody>
          <a:bodyPr l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defRPr sz="2000">
                <a:latin typeface="+mn-ea"/>
                <a:ea typeface="+mn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en-US" altLang="ja-JP" dirty="0"/>
              <a:t>To ABCDE</a:t>
            </a:r>
            <a:endParaRPr kumimoji="1" lang="ja-JP" altLang="en-US" dirty="0"/>
          </a:p>
        </p:txBody>
      </p:sp>
      <p:pic>
        <p:nvPicPr>
          <p:cNvPr id="21" name="図 20"/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94" y="4756180"/>
            <a:ext cx="2518420" cy="863459"/>
          </a:xfrm>
          <a:prstGeom prst="rect">
            <a:avLst/>
          </a:prstGeom>
        </p:spPr>
      </p:pic>
      <p:pic>
        <p:nvPicPr>
          <p:cNvPr id="22" name="図 2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45" y="5534487"/>
            <a:ext cx="4446233" cy="216000"/>
          </a:xfrm>
          <a:prstGeom prst="rect">
            <a:avLst/>
          </a:prstGeom>
        </p:spPr>
      </p:pic>
      <p:sp>
        <p:nvSpPr>
          <p:cNvPr id="23" name="テキスト プレースホルダー 24"/>
          <p:cNvSpPr>
            <a:spLocks noGrp="1"/>
          </p:cNvSpPr>
          <p:nvPr>
            <p:ph type="body" sz="quarter" idx="21" hasCustomPrompt="1"/>
          </p:nvPr>
        </p:nvSpPr>
        <p:spPr>
          <a:xfrm>
            <a:off x="601481" y="5796662"/>
            <a:ext cx="3329387" cy="32290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defRPr sz="1600"/>
            </a:lvl1pPr>
          </a:lstStyle>
          <a:p>
            <a:pPr lvl="0"/>
            <a:r>
              <a:rPr kumimoji="1" lang="ja-JP" altLang="en-US" dirty="0"/>
              <a:t>氏名</a:t>
            </a:r>
          </a:p>
        </p:txBody>
      </p:sp>
      <p:sp>
        <p:nvSpPr>
          <p:cNvPr id="24" name="テキスト プレースホルダー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1481" y="6133095"/>
            <a:ext cx="2497138" cy="32290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defRPr sz="1400"/>
            </a:lvl1pPr>
          </a:lstStyle>
          <a:p>
            <a:pPr lvl="0"/>
            <a:r>
              <a:rPr kumimoji="1" lang="ja-JP" altLang="en-US" dirty="0"/>
              <a:t>日付</a:t>
            </a:r>
          </a:p>
        </p:txBody>
      </p:sp>
      <p:sp>
        <p:nvSpPr>
          <p:cNvPr id="25" name="テキスト プレースホルダー 24"/>
          <p:cNvSpPr>
            <a:spLocks noGrp="1"/>
          </p:cNvSpPr>
          <p:nvPr>
            <p:ph type="body" sz="quarter" idx="18"/>
          </p:nvPr>
        </p:nvSpPr>
        <p:spPr bwMode="auto">
          <a:xfrm>
            <a:off x="3513669" y="2615167"/>
            <a:ext cx="5164666" cy="365577"/>
          </a:xfrm>
          <a:prstGeom prst="rect">
            <a:avLst/>
          </a:prstGeom>
        </p:spPr>
        <p:txBody>
          <a:bodyPr vert="horz" wrap="square" lIns="0" tIns="0" rIns="10800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lang="ja-JP" altLang="en-US" sz="2000" smtClean="0">
                <a:latin typeface="+mj-ea"/>
                <a:ea typeface="+mj-ea"/>
                <a:cs typeface="Meiryo UI" panose="020B0604030504040204" pitchFamily="50" charset="-128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6" name="タイトル 4"/>
          <p:cNvSpPr>
            <a:spLocks noGrp="1"/>
          </p:cNvSpPr>
          <p:nvPr>
            <p:ph type="title" hasCustomPrompt="1"/>
          </p:nvPr>
        </p:nvSpPr>
        <p:spPr>
          <a:xfrm>
            <a:off x="3504143" y="3162920"/>
            <a:ext cx="5164666" cy="54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ja-JP" altLang="en-US" sz="3200" b="1" smtClean="0">
                <a:latin typeface="+mj-ea"/>
                <a:ea typeface="+mj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598494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_1 for the Cl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 txBox="1">
            <a:spLocks/>
          </p:cNvSpPr>
          <p:nvPr userDrawn="1"/>
        </p:nvSpPr>
        <p:spPr bwMode="auto">
          <a:xfrm>
            <a:off x="8511794" y="6557529"/>
            <a:ext cx="2875787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 dirty="0">
                <a:solidFill>
                  <a:srgbClr val="000000"/>
                </a:solidFill>
                <a:effectLst/>
                <a:latin typeface="+mn-ea"/>
                <a:ea typeface="+mn-ea"/>
                <a:cs typeface="Segoe UI" pitchFamily="34" charset="0"/>
              </a:rPr>
              <a:t>© 2021 </a:t>
            </a:r>
            <a:r>
              <a:rPr kumimoji="0" lang="en-US" altLang="ja-JP" sz="800" dirty="0">
                <a:latin typeface="+mn-ea"/>
                <a:ea typeface="+mn-ea"/>
                <a:cs typeface="Segoe UI" panose="020B0502040204020203" pitchFamily="34" charset="0"/>
              </a:rPr>
              <a:t>Toshiba Development &amp; Engineering Corporation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+mn-ea"/>
              <a:ea typeface="+mn-ea"/>
              <a:cs typeface="Segoe UI" pitchFamily="34" charset="0"/>
            </a:endParaRPr>
          </a:p>
        </p:txBody>
      </p:sp>
      <p:pic>
        <p:nvPicPr>
          <p:cNvPr id="5" name="図 4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94" y="4146581"/>
            <a:ext cx="2518420" cy="863459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45" y="4924888"/>
            <a:ext cx="4446233" cy="216000"/>
          </a:xfrm>
          <a:prstGeom prst="rect">
            <a:avLst/>
          </a:prstGeom>
        </p:spPr>
      </p:pic>
      <p:sp>
        <p:nvSpPr>
          <p:cNvPr id="12" name="テキスト プレースホルダー 2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466016"/>
            <a:ext cx="5567040" cy="407859"/>
          </a:xfrm>
          <a:prstGeom prst="rect">
            <a:avLst/>
          </a:prstGeom>
        </p:spPr>
        <p:txBody>
          <a:bodyPr l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defRPr sz="2000">
                <a:latin typeface="+mn-ea"/>
                <a:ea typeface="+mn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en-US" altLang="ja-JP" dirty="0"/>
              <a:t>To ABCDE</a:t>
            </a:r>
            <a:endParaRPr kumimoji="1" lang="ja-JP" altLang="en-US" dirty="0"/>
          </a:p>
        </p:txBody>
      </p:sp>
      <p:sp>
        <p:nvSpPr>
          <p:cNvPr id="13" name="テキスト プレースホルダー 24"/>
          <p:cNvSpPr>
            <a:spLocks noGrp="1"/>
          </p:cNvSpPr>
          <p:nvPr>
            <p:ph type="body" sz="quarter" idx="18"/>
          </p:nvPr>
        </p:nvSpPr>
        <p:spPr bwMode="auto">
          <a:xfrm>
            <a:off x="3505202" y="2615167"/>
            <a:ext cx="5164666" cy="365577"/>
          </a:xfrm>
          <a:prstGeom prst="rect">
            <a:avLst/>
          </a:prstGeom>
        </p:spPr>
        <p:txBody>
          <a:bodyPr vert="horz" wrap="square" lIns="0" tIns="0" rIns="10800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lang="ja-JP" altLang="en-US" sz="2000" smtClean="0">
                <a:latin typeface="+mj-ea"/>
                <a:ea typeface="+mj-ea"/>
                <a:cs typeface="Meiryo UI" panose="020B0604030504040204" pitchFamily="50" charset="-128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タイトル 4"/>
          <p:cNvSpPr>
            <a:spLocks noGrp="1"/>
          </p:cNvSpPr>
          <p:nvPr>
            <p:ph type="title" hasCustomPrompt="1"/>
          </p:nvPr>
        </p:nvSpPr>
        <p:spPr>
          <a:xfrm>
            <a:off x="3505201" y="3162920"/>
            <a:ext cx="5164666" cy="54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ja-JP" altLang="en-US" sz="3200" b="1" smtClean="0">
                <a:latin typeface="+mj-ea"/>
                <a:ea typeface="+mj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マスターテキストの書式設定</a:t>
            </a:r>
          </a:p>
        </p:txBody>
      </p:sp>
      <p:graphicFrame>
        <p:nvGraphicFramePr>
          <p:cNvPr id="15" name="表 14">
            <a:extLst>
              <a:ext uri="{FF2B5EF4-FFF2-40B4-BE49-F238E27FC236}">
                <a16:creationId xmlns:a16="http://schemas.microsoft.com/office/drawing/2014/main" id="{60B4F7F2-33AF-4FAF-A113-3FE55D82461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468001" y="6088097"/>
          <a:ext cx="3095006" cy="522292"/>
        </p:xfrm>
        <a:graphic>
          <a:graphicData uri="http://schemas.openxmlformats.org/drawingml/2006/table">
            <a:tbl>
              <a:tblPr/>
              <a:tblGrid>
                <a:gridCol w="1386557">
                  <a:extLst>
                    <a:ext uri="{9D8B030D-6E8A-4147-A177-3AD203B41FA5}">
                      <a16:colId xmlns:a16="http://schemas.microsoft.com/office/drawing/2014/main" val="692516935"/>
                    </a:ext>
                  </a:extLst>
                </a:gridCol>
                <a:gridCol w="1708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Meiryo UI" pitchFamily="50" charset="-128"/>
                        </a:rPr>
                        <a:t>開示範囲</a:t>
                      </a:r>
                    </a:p>
                  </a:txBody>
                  <a:tcPr marL="0" marR="0" marT="46753" marB="46753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Meiryo UI" pitchFamily="50" charset="-128"/>
                      </a:endParaRPr>
                    </a:p>
                  </a:txBody>
                  <a:tcPr marL="0" marR="0" marT="46753" marB="46753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918508"/>
                  </a:ext>
                </a:extLst>
              </a:tr>
              <a:tr h="2611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ja-JP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Meiryo UI" pitchFamily="50" charset="-128"/>
                        </a:rPr>
                        <a:t>情報オーナー部門長</a:t>
                      </a:r>
                    </a:p>
                  </a:txBody>
                  <a:tcPr marL="0" marR="0" marT="46753" marB="46753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ja-JP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Meiryo UI" pitchFamily="50" charset="-128"/>
                      </a:endParaRPr>
                    </a:p>
                  </a:txBody>
                  <a:tcPr marL="0" marR="0" marT="46753" marB="46753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767453"/>
                  </a:ext>
                </a:extLst>
              </a:tr>
            </a:tbl>
          </a:graphicData>
        </a:graphic>
      </p:graphicFrame>
      <p:sp>
        <p:nvSpPr>
          <p:cNvPr id="16" name="Oval 29"/>
          <p:cNvSpPr>
            <a:spLocks noChangeArrowheads="1"/>
          </p:cNvSpPr>
          <p:nvPr userDrawn="1"/>
        </p:nvSpPr>
        <p:spPr bwMode="auto">
          <a:xfrm>
            <a:off x="3688304" y="6218856"/>
            <a:ext cx="288000" cy="288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968375" eaLnBrk="0" hangingPunct="0">
              <a:lnSpc>
                <a:spcPct val="100000"/>
              </a:lnSpc>
              <a:defRPr/>
            </a:pPr>
            <a:r>
              <a:rPr kumimoji="0" lang="ja-JP" altLang="en-US" sz="1400" b="0" dirty="0">
                <a:solidFill>
                  <a:srgbClr val="FF3300"/>
                </a:solidFill>
              </a:rPr>
              <a:t>秘</a:t>
            </a:r>
          </a:p>
        </p:txBody>
      </p:sp>
      <p:sp>
        <p:nvSpPr>
          <p:cNvPr id="17" name="テキスト プレースホルダー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1958434" y="6351460"/>
            <a:ext cx="1604572" cy="258929"/>
          </a:xfrm>
          <a:prstGeom prst="rect">
            <a:avLst/>
          </a:prstGeom>
        </p:spPr>
        <p:txBody>
          <a:bodyPr vert="horz" wrap="square" lIns="0" tIns="0" rIns="108000" bIns="0" rtlCol="0" anchor="ctr" anchorCtr="0">
            <a:no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Tx/>
              <a:buSzTx/>
              <a:buFontTx/>
              <a:buNone/>
              <a:tabLst/>
              <a:defRPr kumimoji="0" lang="ja-JP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Meiryo UI" pitchFamily="50" charset="-128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25000"/>
              </a:spcAft>
              <a:buClrTx/>
              <a:buSzTx/>
              <a:buFontTx/>
              <a:buNone/>
              <a:tabLst/>
            </a:pP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（</a:t>
            </a: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XX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）長</a:t>
            </a:r>
          </a:p>
        </p:txBody>
      </p:sp>
      <p:sp>
        <p:nvSpPr>
          <p:cNvPr id="18" name="テキスト プレースホルダー 24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1958433" y="6088097"/>
            <a:ext cx="1604573" cy="25892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 anchorCtr="0">
            <a:noAutofit/>
          </a:bodyPr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lang="ja-JP" altLang="en-US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Meiryo UI" pitchFamily="50" charset="-128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ja-JP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XXXXXX</a:t>
            </a:r>
            <a:r>
              <a:rPr kumimoji="0" lang="ja-JP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+mn-ea"/>
                <a:cs typeface="Meiryo UI" pitchFamily="50" charset="-128"/>
              </a:rPr>
              <a:t>限り</a:t>
            </a:r>
          </a:p>
        </p:txBody>
      </p:sp>
      <p:sp>
        <p:nvSpPr>
          <p:cNvPr id="19" name="テキスト プレースホルダー 24"/>
          <p:cNvSpPr>
            <a:spLocks noGrp="1"/>
          </p:cNvSpPr>
          <p:nvPr>
            <p:ph type="body" sz="quarter" idx="21" hasCustomPrompt="1"/>
          </p:nvPr>
        </p:nvSpPr>
        <p:spPr>
          <a:xfrm>
            <a:off x="601481" y="5237853"/>
            <a:ext cx="3329387" cy="32290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defRPr sz="1600"/>
            </a:lvl1pPr>
          </a:lstStyle>
          <a:p>
            <a:pPr lvl="0"/>
            <a:r>
              <a:rPr kumimoji="1" lang="ja-JP" altLang="en-US" dirty="0"/>
              <a:t>氏名</a:t>
            </a:r>
          </a:p>
        </p:txBody>
      </p:sp>
      <p:sp>
        <p:nvSpPr>
          <p:cNvPr id="20" name="テキスト プレースホルダー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1481" y="5574286"/>
            <a:ext cx="2497138" cy="32290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defRPr sz="1400"/>
            </a:lvl1pPr>
          </a:lstStyle>
          <a:p>
            <a:pPr lvl="0"/>
            <a:r>
              <a:rPr kumimoji="1" lang="ja-JP" altLang="en-US" dirty="0"/>
              <a:t>日付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47460C97-3534-6B45-9737-891C28021C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574" b="40981"/>
          <a:stretch/>
        </p:blipFill>
        <p:spPr>
          <a:xfrm>
            <a:off x="11481194" y="2"/>
            <a:ext cx="710815" cy="4047565"/>
          </a:xfrm>
          <a:prstGeom prst="rect">
            <a:avLst/>
          </a:prstGeom>
        </p:spPr>
      </p:pic>
      <p:sp>
        <p:nvSpPr>
          <p:cNvPr id="22" name="直角三角形 21"/>
          <p:cNvSpPr/>
          <p:nvPr userDrawn="1"/>
        </p:nvSpPr>
        <p:spPr>
          <a:xfrm flipH="1" flipV="1">
            <a:off x="11481193" y="4047566"/>
            <a:ext cx="710815" cy="736899"/>
          </a:xfrm>
          <a:prstGeom prst="rtTriangle">
            <a:avLst/>
          </a:prstGeom>
          <a:solidFill>
            <a:srgbClr val="E61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77611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_2 for the Cl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 txBox="1">
            <a:spLocks/>
          </p:cNvSpPr>
          <p:nvPr userDrawn="1"/>
        </p:nvSpPr>
        <p:spPr bwMode="auto">
          <a:xfrm>
            <a:off x="8511793" y="6557529"/>
            <a:ext cx="287578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 dirty="0">
                <a:solidFill>
                  <a:srgbClr val="000000"/>
                </a:solidFill>
                <a:effectLst/>
                <a:latin typeface="+mn-ea"/>
                <a:ea typeface="+mn-ea"/>
                <a:cs typeface="Segoe UI" pitchFamily="34" charset="0"/>
              </a:rPr>
              <a:t>© 2021 </a:t>
            </a:r>
            <a:r>
              <a:rPr kumimoji="0" lang="en-US" altLang="ja-JP" sz="800" dirty="0">
                <a:latin typeface="+mn-ea"/>
                <a:ea typeface="+mn-ea"/>
                <a:cs typeface="Segoe UI" panose="020B0502040204020203" pitchFamily="34" charset="0"/>
              </a:rPr>
              <a:t>Toshiba Development &amp; Engineering Corporation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+mn-ea"/>
              <a:ea typeface="+mn-ea"/>
              <a:cs typeface="Segoe UI" pitchFamily="34" charset="0"/>
            </a:endParaRPr>
          </a:p>
        </p:txBody>
      </p:sp>
      <p:sp>
        <p:nvSpPr>
          <p:cNvPr id="12" name="テキスト プレースホルダー 2"/>
          <p:cNvSpPr>
            <a:spLocks noGrp="1"/>
          </p:cNvSpPr>
          <p:nvPr>
            <p:ph type="body" sz="quarter" idx="17" hasCustomPrompt="1"/>
          </p:nvPr>
        </p:nvSpPr>
        <p:spPr>
          <a:xfrm>
            <a:off x="468000" y="466016"/>
            <a:ext cx="5567040" cy="407859"/>
          </a:xfrm>
          <a:prstGeom prst="rect">
            <a:avLst/>
          </a:prstGeom>
        </p:spPr>
        <p:txBody>
          <a:bodyPr lIns="0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defRPr sz="2000">
                <a:latin typeface="+mn-ea"/>
                <a:ea typeface="+mn-ea"/>
                <a:cs typeface="Meiryo UI" panose="020B0604030504040204" pitchFamily="50" charset="-128"/>
              </a:defRPr>
            </a:lvl1pPr>
          </a:lstStyle>
          <a:p>
            <a:pPr lvl="0"/>
            <a:r>
              <a:rPr kumimoji="1" lang="en-US" altLang="ja-JP" dirty="0"/>
              <a:t>To ABCDE</a:t>
            </a:r>
            <a:endParaRPr kumimoji="1" lang="ja-JP" altLang="en-US" dirty="0"/>
          </a:p>
        </p:txBody>
      </p:sp>
      <p:sp>
        <p:nvSpPr>
          <p:cNvPr id="13" name="テキスト プレースホルダー 24"/>
          <p:cNvSpPr>
            <a:spLocks noGrp="1"/>
          </p:cNvSpPr>
          <p:nvPr>
            <p:ph type="body" sz="quarter" idx="18"/>
          </p:nvPr>
        </p:nvSpPr>
        <p:spPr bwMode="auto">
          <a:xfrm>
            <a:off x="3505202" y="2615167"/>
            <a:ext cx="5164666" cy="365577"/>
          </a:xfrm>
          <a:prstGeom prst="rect">
            <a:avLst/>
          </a:prstGeom>
        </p:spPr>
        <p:txBody>
          <a:bodyPr vert="horz" wrap="square" lIns="0" tIns="0" rIns="108000" bIns="0" rtlCol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lang="ja-JP" altLang="en-US" sz="2000" smtClean="0">
                <a:latin typeface="+mj-ea"/>
                <a:ea typeface="+mj-ea"/>
                <a:cs typeface="Meiryo UI" panose="020B0604030504040204" pitchFamily="50" charset="-128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4" name="タイトル 4"/>
          <p:cNvSpPr>
            <a:spLocks noGrp="1"/>
          </p:cNvSpPr>
          <p:nvPr>
            <p:ph type="title" hasCustomPrompt="1"/>
          </p:nvPr>
        </p:nvSpPr>
        <p:spPr>
          <a:xfrm>
            <a:off x="3505201" y="3162920"/>
            <a:ext cx="5164666" cy="54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ja-JP" altLang="en-US" sz="3200" b="1" smtClean="0">
                <a:latin typeface="+mj-ea"/>
                <a:ea typeface="+mj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マスターテキストの書式設定</a:t>
            </a: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47460C97-3534-6B45-9737-891C28021C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574" b="40981"/>
          <a:stretch/>
        </p:blipFill>
        <p:spPr>
          <a:xfrm>
            <a:off x="11481194" y="2"/>
            <a:ext cx="710815" cy="4047565"/>
          </a:xfrm>
          <a:prstGeom prst="rect">
            <a:avLst/>
          </a:prstGeom>
        </p:spPr>
      </p:pic>
      <p:sp>
        <p:nvSpPr>
          <p:cNvPr id="22" name="直角三角形 21"/>
          <p:cNvSpPr/>
          <p:nvPr userDrawn="1"/>
        </p:nvSpPr>
        <p:spPr>
          <a:xfrm flipH="1" flipV="1">
            <a:off x="11481193" y="4047566"/>
            <a:ext cx="710815" cy="736899"/>
          </a:xfrm>
          <a:prstGeom prst="rtTriangle">
            <a:avLst/>
          </a:prstGeom>
          <a:solidFill>
            <a:srgbClr val="E61E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pic>
        <p:nvPicPr>
          <p:cNvPr id="23" name="図 22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94" y="4756180"/>
            <a:ext cx="2518420" cy="863459"/>
          </a:xfrm>
          <a:prstGeom prst="rect">
            <a:avLst/>
          </a:prstGeom>
        </p:spPr>
      </p:pic>
      <p:pic>
        <p:nvPicPr>
          <p:cNvPr id="24" name="図 2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245" y="5534487"/>
            <a:ext cx="4446233" cy="216000"/>
          </a:xfrm>
          <a:prstGeom prst="rect">
            <a:avLst/>
          </a:prstGeom>
        </p:spPr>
      </p:pic>
      <p:sp>
        <p:nvSpPr>
          <p:cNvPr id="25" name="テキスト プレースホルダー 24"/>
          <p:cNvSpPr>
            <a:spLocks noGrp="1"/>
          </p:cNvSpPr>
          <p:nvPr>
            <p:ph type="body" sz="quarter" idx="21" hasCustomPrompt="1"/>
          </p:nvPr>
        </p:nvSpPr>
        <p:spPr>
          <a:xfrm>
            <a:off x="601481" y="5796662"/>
            <a:ext cx="3329387" cy="32290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defRPr sz="1600"/>
            </a:lvl1pPr>
          </a:lstStyle>
          <a:p>
            <a:pPr lvl="0"/>
            <a:r>
              <a:rPr kumimoji="1" lang="ja-JP" altLang="en-US" dirty="0"/>
              <a:t>氏名</a:t>
            </a:r>
          </a:p>
        </p:txBody>
      </p:sp>
      <p:sp>
        <p:nvSpPr>
          <p:cNvPr id="26" name="テキスト プレースホルダー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1481" y="6133095"/>
            <a:ext cx="2497138" cy="32290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defRPr sz="1400"/>
            </a:lvl1pPr>
          </a:lstStyle>
          <a:p>
            <a:pPr lvl="0"/>
            <a:r>
              <a:rPr kumimoji="1" lang="ja-JP" altLang="en-US" dirty="0"/>
              <a:t>日付</a:t>
            </a:r>
          </a:p>
        </p:txBody>
      </p:sp>
    </p:spTree>
    <p:extLst>
      <p:ext uri="{BB962C8B-B14F-4D97-AF65-F5344CB8AC3E}">
        <p14:creationId xmlns:p14="http://schemas.microsoft.com/office/powerpoint/2010/main" val="2508915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タイトル 1"/>
          <p:cNvSpPr>
            <a:spLocks noGrp="1"/>
          </p:cNvSpPr>
          <p:nvPr>
            <p:ph type="title" hasCustomPrompt="1"/>
          </p:nvPr>
        </p:nvSpPr>
        <p:spPr>
          <a:xfrm>
            <a:off x="468000" y="438486"/>
            <a:ext cx="9223983" cy="396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ja-JP" altLang="en-US" sz="2400" b="1" smtClean="0">
                <a:solidFill>
                  <a:schemeClr val="tx1"/>
                </a:solidFill>
                <a:latin typeface="+mj-ea"/>
                <a:ea typeface="+mj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ja-JP" dirty="0"/>
              <a:t>Format for master text</a:t>
            </a:r>
            <a:endParaRPr kumimoji="1" lang="ja-JP" altLang="en-US" dirty="0"/>
          </a:p>
        </p:txBody>
      </p:sp>
      <p:sp>
        <p:nvSpPr>
          <p:cNvPr id="16" name="テキスト プレースホルダー 15"/>
          <p:cNvSpPr>
            <a:spLocks noGrp="1"/>
          </p:cNvSpPr>
          <p:nvPr>
            <p:ph type="body" sz="quarter" idx="12"/>
          </p:nvPr>
        </p:nvSpPr>
        <p:spPr bwMode="gray">
          <a:xfrm>
            <a:off x="1320800" y="1350438"/>
            <a:ext cx="8367110" cy="62785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10658" indent="0" defTabSz="914228">
              <a:lnSpc>
                <a:spcPct val="100000"/>
              </a:lnSpc>
              <a:spcBef>
                <a:spcPts val="0"/>
              </a:spcBef>
              <a:tabLst>
                <a:tab pos="1610933" algn="l"/>
              </a:tabLst>
              <a:defRPr lang="ja-JP" altLang="en-US" sz="3200" dirty="0" smtClean="0">
                <a:latin typeface="+mn-ea"/>
                <a:ea typeface="+mn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0" name="テキスト プレースホルダー 15"/>
          <p:cNvSpPr>
            <a:spLocks noGrp="1"/>
          </p:cNvSpPr>
          <p:nvPr>
            <p:ph type="body" sz="quarter" idx="16"/>
          </p:nvPr>
        </p:nvSpPr>
        <p:spPr bwMode="gray">
          <a:xfrm>
            <a:off x="1320800" y="2347283"/>
            <a:ext cx="8367110" cy="6647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10658" indent="0" defTabSz="914228">
              <a:lnSpc>
                <a:spcPct val="100000"/>
              </a:lnSpc>
              <a:spcBef>
                <a:spcPts val="0"/>
              </a:spcBef>
              <a:tabLst>
                <a:tab pos="1610933" algn="l"/>
              </a:tabLst>
              <a:defRPr lang="ja-JP" altLang="en-US" sz="3200" dirty="0" smtClean="0">
                <a:latin typeface="+mn-ea"/>
                <a:ea typeface="+mn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1" name="テキスト プレースホルダー 15"/>
          <p:cNvSpPr>
            <a:spLocks noGrp="1"/>
          </p:cNvSpPr>
          <p:nvPr>
            <p:ph type="body" sz="quarter" idx="18"/>
          </p:nvPr>
        </p:nvSpPr>
        <p:spPr bwMode="gray">
          <a:xfrm>
            <a:off x="1320800" y="3388785"/>
            <a:ext cx="8367110" cy="6647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10658" indent="0" defTabSz="914228">
              <a:lnSpc>
                <a:spcPct val="100000"/>
              </a:lnSpc>
              <a:spcBef>
                <a:spcPts val="0"/>
              </a:spcBef>
              <a:tabLst>
                <a:tab pos="1610933" algn="l"/>
              </a:tabLst>
              <a:defRPr lang="ja-JP" altLang="en-US" sz="3200" dirty="0" smtClean="0">
                <a:latin typeface="+mn-ea"/>
                <a:ea typeface="+mn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2" name="テキスト プレースホルダー 15"/>
          <p:cNvSpPr>
            <a:spLocks noGrp="1"/>
          </p:cNvSpPr>
          <p:nvPr>
            <p:ph type="body" sz="quarter" idx="20"/>
          </p:nvPr>
        </p:nvSpPr>
        <p:spPr bwMode="gray">
          <a:xfrm>
            <a:off x="1320800" y="4436658"/>
            <a:ext cx="8367110" cy="6647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10658" indent="0" defTabSz="914228">
              <a:lnSpc>
                <a:spcPct val="100000"/>
              </a:lnSpc>
              <a:spcBef>
                <a:spcPts val="0"/>
              </a:spcBef>
              <a:tabLst>
                <a:tab pos="1610933" algn="l"/>
              </a:tabLst>
              <a:defRPr lang="ja-JP" altLang="en-US" sz="3200" dirty="0" smtClean="0">
                <a:latin typeface="+mn-ea"/>
                <a:ea typeface="+mn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3" name="テキスト プレースホルダー 15"/>
          <p:cNvSpPr>
            <a:spLocks noGrp="1"/>
          </p:cNvSpPr>
          <p:nvPr>
            <p:ph type="body" sz="quarter" idx="22"/>
          </p:nvPr>
        </p:nvSpPr>
        <p:spPr bwMode="gray">
          <a:xfrm>
            <a:off x="1320800" y="5455504"/>
            <a:ext cx="8367110" cy="6647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marL="10658" indent="0" defTabSz="914228">
              <a:lnSpc>
                <a:spcPct val="100000"/>
              </a:lnSpc>
              <a:spcBef>
                <a:spcPts val="0"/>
              </a:spcBef>
              <a:tabLst>
                <a:tab pos="1610933" algn="l"/>
              </a:tabLst>
              <a:defRPr lang="ja-JP" altLang="en-US" sz="3200" dirty="0" smtClean="0">
                <a:latin typeface="+mn-ea"/>
                <a:ea typeface="+mn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24" name="テキスト プレースホルダー 13"/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468313" y="1277168"/>
            <a:ext cx="709613" cy="738664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marL="0" indent="0" algn="l" defTabSz="914228">
              <a:lnSpc>
                <a:spcPct val="100000"/>
              </a:lnSpc>
              <a:spcBef>
                <a:spcPts val="0"/>
              </a:spcBef>
              <a:defRPr lang="ja-JP" altLang="en-US" sz="4000" dirty="0" smtClean="0">
                <a:solidFill>
                  <a:schemeClr val="accent1"/>
                </a:solidFill>
                <a:latin typeface="+mn-ea"/>
                <a:ea typeface="+mn-ea"/>
                <a:cs typeface="東芝 Pゴシック Light" panose="020B0300000000000000" pitchFamily="50" charset="-128"/>
              </a:defRPr>
            </a:lvl1pPr>
          </a:lstStyle>
          <a:p>
            <a:pPr marL="10658" lvl="0" defTabSz="914228"/>
            <a:r>
              <a:rPr kumimoji="1" lang="en-US" altLang="ja-JP" dirty="0"/>
              <a:t>00</a:t>
            </a:r>
            <a:endParaRPr kumimoji="1" lang="ja-JP" altLang="en-US" dirty="0"/>
          </a:p>
        </p:txBody>
      </p:sp>
      <p:sp>
        <p:nvSpPr>
          <p:cNvPr id="25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68313" y="2310527"/>
            <a:ext cx="709613" cy="738664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marL="10658" indent="0" algn="l" defTabSz="914228">
              <a:lnSpc>
                <a:spcPct val="100000"/>
              </a:lnSpc>
              <a:spcBef>
                <a:spcPts val="0"/>
              </a:spcBef>
              <a:defRPr lang="ja-JP" altLang="en-US" sz="4000" dirty="0" smtClean="0">
                <a:solidFill>
                  <a:schemeClr val="accent1"/>
                </a:solidFill>
                <a:latin typeface="+mn-ea"/>
                <a:ea typeface="+mn-ea"/>
                <a:cs typeface="東芝 Pゴシック Light" panose="020B0300000000000000" pitchFamily="50" charset="-128"/>
              </a:defRPr>
            </a:lvl1pPr>
          </a:lstStyle>
          <a:p>
            <a:pPr marL="10658" lvl="0" defTabSz="914228"/>
            <a:r>
              <a:rPr kumimoji="1" lang="en-US" altLang="ja-JP" dirty="0"/>
              <a:t>00</a:t>
            </a:r>
            <a:endParaRPr kumimoji="1" lang="ja-JP" altLang="en-US" dirty="0"/>
          </a:p>
        </p:txBody>
      </p:sp>
      <p:sp>
        <p:nvSpPr>
          <p:cNvPr id="26" name="テキスト プレースホルダー 1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68313" y="3343886"/>
            <a:ext cx="709613" cy="738664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marL="10658" indent="0" algn="l" defTabSz="914228">
              <a:lnSpc>
                <a:spcPct val="100000"/>
              </a:lnSpc>
              <a:spcBef>
                <a:spcPts val="0"/>
              </a:spcBef>
              <a:defRPr lang="ja-JP" altLang="en-US" sz="4000" dirty="0" smtClean="0">
                <a:solidFill>
                  <a:schemeClr val="accent1"/>
                </a:solidFill>
                <a:latin typeface="+mn-ea"/>
                <a:ea typeface="+mn-ea"/>
                <a:cs typeface="東芝 Pゴシック Light" panose="020B0300000000000000" pitchFamily="50" charset="-128"/>
              </a:defRPr>
            </a:lvl1pPr>
          </a:lstStyle>
          <a:p>
            <a:pPr marL="10658" lvl="0" defTabSz="914228"/>
            <a:r>
              <a:rPr kumimoji="1" lang="en-US" altLang="ja-JP" dirty="0"/>
              <a:t>00</a:t>
            </a:r>
            <a:endParaRPr kumimoji="1" lang="ja-JP" altLang="en-US" dirty="0"/>
          </a:p>
        </p:txBody>
      </p:sp>
      <p:sp>
        <p:nvSpPr>
          <p:cNvPr id="27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468313" y="4377245"/>
            <a:ext cx="709613" cy="738664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marL="10658" indent="0" algn="l" defTabSz="914228">
              <a:lnSpc>
                <a:spcPct val="100000"/>
              </a:lnSpc>
              <a:spcBef>
                <a:spcPts val="0"/>
              </a:spcBef>
              <a:defRPr lang="ja-JP" altLang="en-US" sz="4000" dirty="0" smtClean="0">
                <a:solidFill>
                  <a:schemeClr val="accent1"/>
                </a:solidFill>
                <a:latin typeface="+mn-ea"/>
                <a:ea typeface="+mn-ea"/>
                <a:cs typeface="東芝 Pゴシック Light" panose="020B0300000000000000" pitchFamily="50" charset="-128"/>
              </a:defRPr>
            </a:lvl1pPr>
          </a:lstStyle>
          <a:p>
            <a:pPr marL="10658" lvl="0" defTabSz="914228"/>
            <a:r>
              <a:rPr kumimoji="1" lang="en-US" altLang="ja-JP" dirty="0"/>
              <a:t>00</a:t>
            </a:r>
            <a:endParaRPr kumimoji="1" lang="ja-JP" altLang="en-US" dirty="0"/>
          </a:p>
        </p:txBody>
      </p:sp>
      <p:sp>
        <p:nvSpPr>
          <p:cNvPr id="28" name="テキスト プレースホルダー 13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468313" y="5410605"/>
            <a:ext cx="709613" cy="738664"/>
          </a:xfrm>
          <a:prstGeom prst="rect">
            <a:avLst/>
          </a:prstGeom>
        </p:spPr>
        <p:txBody>
          <a:bodyPr vert="horz" wrap="none" lIns="0" tIns="0" rIns="0" bIns="0" rtlCol="0" anchor="ctr" anchorCtr="0">
            <a:noAutofit/>
          </a:bodyPr>
          <a:lstStyle>
            <a:lvl1pPr marL="10658" indent="0" algn="l" defTabSz="914228">
              <a:lnSpc>
                <a:spcPct val="100000"/>
              </a:lnSpc>
              <a:spcBef>
                <a:spcPts val="0"/>
              </a:spcBef>
              <a:defRPr lang="ja-JP" altLang="en-US" sz="4000" dirty="0" smtClean="0">
                <a:solidFill>
                  <a:schemeClr val="accent1"/>
                </a:solidFill>
                <a:latin typeface="+mn-ea"/>
                <a:ea typeface="+mn-ea"/>
                <a:cs typeface="東芝 Pゴシック Light" panose="020B0300000000000000" pitchFamily="50" charset="-128"/>
              </a:defRPr>
            </a:lvl1pPr>
          </a:lstStyle>
          <a:p>
            <a:pPr marL="10658" lvl="0" defTabSz="914228"/>
            <a:r>
              <a:rPr kumimoji="1" lang="en-US" altLang="ja-JP" dirty="0"/>
              <a:t>00</a:t>
            </a:r>
            <a:endParaRPr kumimoji="1" lang="ja-JP" altLang="en-US" dirty="0"/>
          </a:p>
        </p:txBody>
      </p:sp>
      <p:sp>
        <p:nvSpPr>
          <p:cNvPr id="31" name="スライド番号プレースホルダー 4"/>
          <p:cNvSpPr txBox="1">
            <a:spLocks/>
          </p:cNvSpPr>
          <p:nvPr userDrawn="1"/>
        </p:nvSpPr>
        <p:spPr>
          <a:xfrm>
            <a:off x="11479668" y="6430901"/>
            <a:ext cx="648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algn="r" eaLnBrk="0" hangingPunct="0">
              <a:tabLst>
                <a:tab pos="568218" algn="ctr"/>
                <a:tab pos="857089" algn="l"/>
                <a:tab pos="1088820" algn="l"/>
              </a:tabLst>
              <a:defRPr kumimoji="0" sz="110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</a:lstStyle>
          <a:p>
            <a:pPr lvl="0"/>
            <a:fld id="{C0A530F1-D8C6-4A93-9917-2C1FE34DC798}" type="slidenum">
              <a:rPr lang="en-US" altLang="ja-JP" smtClean="0">
                <a:latin typeface="+mn-ea"/>
                <a:ea typeface="+mn-ea"/>
                <a:cs typeface="Segoe UI" panose="020B0502040204020203" pitchFamily="34" charset="0"/>
              </a:rPr>
              <a:pPr lvl="0"/>
              <a:t>‹#›</a:t>
            </a:fld>
            <a:r>
              <a:rPr lang="en-US" altLang="ja-JP" dirty="0">
                <a:latin typeface="+mn-ea"/>
                <a:ea typeface="+mn-ea"/>
                <a:cs typeface="Segoe UI" panose="020B0502040204020203" pitchFamily="34" charset="0"/>
              </a:rPr>
              <a:t>/100</a:t>
            </a:r>
          </a:p>
        </p:txBody>
      </p:sp>
      <p:sp>
        <p:nvSpPr>
          <p:cNvPr id="32" name="フッター プレースホルダー 3"/>
          <p:cNvSpPr txBox="1">
            <a:spLocks/>
          </p:cNvSpPr>
          <p:nvPr userDrawn="1"/>
        </p:nvSpPr>
        <p:spPr bwMode="auto">
          <a:xfrm>
            <a:off x="8511793" y="6557529"/>
            <a:ext cx="287578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 dirty="0">
                <a:solidFill>
                  <a:srgbClr val="000000"/>
                </a:solidFill>
                <a:effectLst/>
                <a:latin typeface="+mn-ea"/>
                <a:ea typeface="+mn-ea"/>
                <a:cs typeface="Segoe UI" pitchFamily="34" charset="0"/>
              </a:rPr>
              <a:t>© 2021 </a:t>
            </a:r>
            <a:r>
              <a:rPr kumimoji="0" lang="en-US" altLang="ja-JP" sz="800" dirty="0">
                <a:latin typeface="+mn-ea"/>
                <a:ea typeface="+mn-ea"/>
                <a:cs typeface="Segoe UI" panose="020B0502040204020203" pitchFamily="34" charset="0"/>
              </a:rPr>
              <a:t>Toshiba Development &amp; Engineering Corporation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+mn-ea"/>
              <a:ea typeface="+mn-ea"/>
              <a:cs typeface="Segoe UI" pitchFamily="34" charset="0"/>
            </a:endParaRPr>
          </a:p>
        </p:txBody>
      </p:sp>
      <p:pic>
        <p:nvPicPr>
          <p:cNvPr id="30" name="図 29">
            <a:extLst>
              <a:ext uri="{FF2B5EF4-FFF2-40B4-BE49-F238E27FC236}">
                <a16:creationId xmlns:a16="http://schemas.microsoft.com/office/drawing/2014/main" id="{47460C97-3534-6B45-9737-891C28021C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574" b="40981"/>
          <a:stretch/>
        </p:blipFill>
        <p:spPr>
          <a:xfrm>
            <a:off x="11481194" y="2"/>
            <a:ext cx="710815" cy="4047565"/>
          </a:xfrm>
          <a:prstGeom prst="rect">
            <a:avLst/>
          </a:prstGeom>
        </p:spPr>
      </p:pic>
      <p:sp>
        <p:nvSpPr>
          <p:cNvPr id="33" name="直角三角形 32"/>
          <p:cNvSpPr/>
          <p:nvPr userDrawn="1"/>
        </p:nvSpPr>
        <p:spPr>
          <a:xfrm flipH="1" flipV="1">
            <a:off x="11481193" y="4047566"/>
            <a:ext cx="710815" cy="736899"/>
          </a:xfrm>
          <a:prstGeom prst="rtTriangle">
            <a:avLst/>
          </a:prstGeom>
          <a:solidFill>
            <a:srgbClr val="A0A0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35" name="Oval 29"/>
          <p:cNvSpPr>
            <a:spLocks noChangeArrowheads="1"/>
          </p:cNvSpPr>
          <p:nvPr userDrawn="1"/>
        </p:nvSpPr>
        <p:spPr bwMode="auto">
          <a:xfrm>
            <a:off x="215516" y="6508026"/>
            <a:ext cx="288000" cy="288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968375" eaLnBrk="0" hangingPunct="0">
              <a:lnSpc>
                <a:spcPct val="100000"/>
              </a:lnSpc>
              <a:defRPr/>
            </a:pPr>
            <a:r>
              <a:rPr kumimoji="0" lang="ja-JP" altLang="en-US" sz="1400" dirty="0">
                <a:solidFill>
                  <a:srgbClr val="FF3300"/>
                </a:solidFill>
              </a:rPr>
              <a:t>秘</a:t>
            </a:r>
          </a:p>
        </p:txBody>
      </p:sp>
    </p:spTree>
    <p:extLst>
      <p:ext uri="{BB962C8B-B14F-4D97-AF65-F5344CB8AC3E}">
        <p14:creationId xmlns:p14="http://schemas.microsoft.com/office/powerpoint/2010/main" val="4088497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30793" y="0"/>
            <a:ext cx="4061207" cy="6848475"/>
          </a:xfrm>
          <a:prstGeom prst="rect">
            <a:avLst/>
          </a:prstGeom>
        </p:spPr>
      </p:pic>
      <p:sp>
        <p:nvSpPr>
          <p:cNvPr id="7" name="テキスト プレースホルダー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1"/>
            <a:ext cx="3302000" cy="2921095"/>
          </a:xfrm>
          <a:prstGeom prst="rect">
            <a:avLst/>
          </a:prstGeom>
        </p:spPr>
        <p:txBody>
          <a:bodyPr vert="horz" wrap="none" lIns="468000" tIns="0" rIns="0" bIns="0" rtlCol="0" anchor="b" anchorCtr="0">
            <a:noAutofit/>
          </a:bodyPr>
          <a:lstStyle>
            <a:lvl1pPr>
              <a:defRPr lang="ja-JP" altLang="en-US" sz="12252" dirty="0" smtClean="0">
                <a:solidFill>
                  <a:schemeClr val="accent1"/>
                </a:solidFill>
                <a:latin typeface="+mn-ea"/>
                <a:ea typeface="+mn-ea"/>
                <a:cs typeface="Segoe UI Semilight" panose="020B0402040204020203" pitchFamily="34" charset="0"/>
              </a:defRPr>
            </a:lvl1pPr>
          </a:lstStyle>
          <a:p>
            <a:pPr marL="10658" lvl="0" defTabSz="914228"/>
            <a:r>
              <a:rPr kumimoji="1" lang="en-US" altLang="ja-JP" dirty="0"/>
              <a:t>00</a:t>
            </a:r>
            <a:endParaRPr kumimoji="1" lang="ja-JP" altLang="en-US" dirty="0"/>
          </a:p>
        </p:txBody>
      </p:sp>
      <p:sp>
        <p:nvSpPr>
          <p:cNvPr id="12" name="タイトル 4"/>
          <p:cNvSpPr>
            <a:spLocks noGrp="1"/>
          </p:cNvSpPr>
          <p:nvPr>
            <p:ph type="title" hasCustomPrompt="1"/>
          </p:nvPr>
        </p:nvSpPr>
        <p:spPr>
          <a:xfrm>
            <a:off x="467999" y="3044920"/>
            <a:ext cx="5464265" cy="540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ja-JP" altLang="en-US" sz="3200" b="0" smtClean="0">
                <a:latin typeface="+mn-ea"/>
                <a:ea typeface="+mn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9" name="スライド番号プレースホルダー 4"/>
          <p:cNvSpPr txBox="1">
            <a:spLocks/>
          </p:cNvSpPr>
          <p:nvPr userDrawn="1"/>
        </p:nvSpPr>
        <p:spPr>
          <a:xfrm>
            <a:off x="11479668" y="6430901"/>
            <a:ext cx="648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algn="r" eaLnBrk="0" hangingPunct="0">
              <a:tabLst>
                <a:tab pos="568218" algn="ctr"/>
                <a:tab pos="857089" algn="l"/>
                <a:tab pos="1088820" algn="l"/>
              </a:tabLst>
              <a:defRPr kumimoji="0" sz="110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</a:lstStyle>
          <a:p>
            <a:pPr lvl="0"/>
            <a:fld id="{C0A530F1-D8C6-4A93-9917-2C1FE34DC798}" type="slidenum">
              <a:rPr lang="en-US" altLang="ja-JP" smtClean="0">
                <a:latin typeface="+mn-ea"/>
                <a:ea typeface="+mn-ea"/>
                <a:cs typeface="Segoe UI" panose="020B0502040204020203" pitchFamily="34" charset="0"/>
              </a:rPr>
              <a:pPr lvl="0"/>
              <a:t>‹#›</a:t>
            </a:fld>
            <a:r>
              <a:rPr lang="en-US" altLang="ja-JP" dirty="0">
                <a:latin typeface="+mn-ea"/>
                <a:ea typeface="+mn-ea"/>
                <a:cs typeface="Segoe UI" panose="020B0502040204020203" pitchFamily="34" charset="0"/>
              </a:rPr>
              <a:t>/100</a:t>
            </a:r>
          </a:p>
        </p:txBody>
      </p:sp>
      <p:sp>
        <p:nvSpPr>
          <p:cNvPr id="10" name="フッター プレースホルダー 3"/>
          <p:cNvSpPr txBox="1">
            <a:spLocks/>
          </p:cNvSpPr>
          <p:nvPr userDrawn="1"/>
        </p:nvSpPr>
        <p:spPr bwMode="auto">
          <a:xfrm>
            <a:off x="8511793" y="6557529"/>
            <a:ext cx="287578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 dirty="0">
                <a:solidFill>
                  <a:srgbClr val="000000"/>
                </a:solidFill>
                <a:effectLst/>
                <a:latin typeface="+mn-ea"/>
                <a:ea typeface="+mn-ea"/>
                <a:cs typeface="Segoe UI" pitchFamily="34" charset="0"/>
              </a:rPr>
              <a:t>© 2021 </a:t>
            </a:r>
            <a:r>
              <a:rPr kumimoji="0" lang="en-US" altLang="ja-JP" sz="800" dirty="0">
                <a:latin typeface="+mn-ea"/>
                <a:ea typeface="+mn-ea"/>
                <a:cs typeface="Segoe UI" panose="020B0502040204020203" pitchFamily="34" charset="0"/>
              </a:rPr>
              <a:t>Toshiba Development &amp; Engineering Corporation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+mn-ea"/>
              <a:ea typeface="+mn-ea"/>
              <a:cs typeface="Segoe UI" pitchFamily="34" charset="0"/>
            </a:endParaRPr>
          </a:p>
        </p:txBody>
      </p:sp>
      <p:sp>
        <p:nvSpPr>
          <p:cNvPr id="11" name="Oval 29"/>
          <p:cNvSpPr>
            <a:spLocks noChangeArrowheads="1"/>
          </p:cNvSpPr>
          <p:nvPr userDrawn="1"/>
        </p:nvSpPr>
        <p:spPr bwMode="auto">
          <a:xfrm>
            <a:off x="215516" y="6508026"/>
            <a:ext cx="288000" cy="288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968375" eaLnBrk="0" hangingPunct="0">
              <a:lnSpc>
                <a:spcPct val="100000"/>
              </a:lnSpc>
              <a:defRPr/>
            </a:pPr>
            <a:r>
              <a:rPr kumimoji="0" lang="ja-JP" altLang="en-US" sz="1400" dirty="0">
                <a:solidFill>
                  <a:srgbClr val="FF3300"/>
                </a:solidFill>
              </a:rPr>
              <a:t>秘</a:t>
            </a:r>
          </a:p>
        </p:txBody>
      </p:sp>
    </p:spTree>
    <p:extLst>
      <p:ext uri="{BB962C8B-B14F-4D97-AF65-F5344CB8AC3E}">
        <p14:creationId xmlns:p14="http://schemas.microsoft.com/office/powerpoint/2010/main" val="2464135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-1"/>
            <a:ext cx="3302000" cy="2921095"/>
          </a:xfrm>
          <a:prstGeom prst="rect">
            <a:avLst/>
          </a:prstGeom>
        </p:spPr>
        <p:txBody>
          <a:bodyPr vert="horz" wrap="none" lIns="468000" tIns="0" rIns="0" bIns="0" rtlCol="0" anchor="b" anchorCtr="0">
            <a:noAutofit/>
          </a:bodyPr>
          <a:lstStyle>
            <a:lvl1pPr>
              <a:defRPr lang="ja-JP" altLang="en-US" sz="12252" dirty="0" smtClean="0">
                <a:solidFill>
                  <a:schemeClr val="accent1"/>
                </a:solidFill>
                <a:latin typeface="+mn-ea"/>
                <a:ea typeface="+mn-ea"/>
                <a:cs typeface="Segoe UI Semilight" panose="020B0402040204020203" pitchFamily="34" charset="0"/>
              </a:defRPr>
            </a:lvl1pPr>
          </a:lstStyle>
          <a:p>
            <a:pPr marL="10658" lvl="0" defTabSz="914228"/>
            <a:r>
              <a:rPr kumimoji="1" lang="en-US" altLang="ja-JP" dirty="0"/>
              <a:t>00</a:t>
            </a:r>
            <a:endParaRPr kumimoji="1" lang="ja-JP" altLang="en-US" dirty="0"/>
          </a:p>
        </p:txBody>
      </p:sp>
      <p:sp>
        <p:nvSpPr>
          <p:cNvPr id="12" name="タイトル 4"/>
          <p:cNvSpPr>
            <a:spLocks noGrp="1"/>
          </p:cNvSpPr>
          <p:nvPr>
            <p:ph type="title" hasCustomPrompt="1"/>
          </p:nvPr>
        </p:nvSpPr>
        <p:spPr>
          <a:xfrm>
            <a:off x="467999" y="3044920"/>
            <a:ext cx="5464265" cy="540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ja-JP" altLang="en-US" sz="3200" b="0" smtClean="0">
                <a:latin typeface="+mn-ea"/>
                <a:ea typeface="+mn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7460C97-3534-6B45-9737-891C28021C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574" b="40981"/>
          <a:stretch/>
        </p:blipFill>
        <p:spPr>
          <a:xfrm>
            <a:off x="11481194" y="2"/>
            <a:ext cx="710815" cy="4047565"/>
          </a:xfrm>
          <a:prstGeom prst="rect">
            <a:avLst/>
          </a:prstGeom>
        </p:spPr>
      </p:pic>
      <p:sp>
        <p:nvSpPr>
          <p:cNvPr id="10" name="直角三角形 9"/>
          <p:cNvSpPr/>
          <p:nvPr userDrawn="1"/>
        </p:nvSpPr>
        <p:spPr>
          <a:xfrm flipH="1" flipV="1">
            <a:off x="11481193" y="4047566"/>
            <a:ext cx="710815" cy="736899"/>
          </a:xfrm>
          <a:prstGeom prst="rtTriangle">
            <a:avLst/>
          </a:prstGeom>
          <a:solidFill>
            <a:srgbClr val="A0A0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1" name="スライド番号プレースホルダー 4"/>
          <p:cNvSpPr txBox="1">
            <a:spLocks/>
          </p:cNvSpPr>
          <p:nvPr userDrawn="1"/>
        </p:nvSpPr>
        <p:spPr>
          <a:xfrm>
            <a:off x="11479668" y="6430901"/>
            <a:ext cx="648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algn="r" eaLnBrk="0" hangingPunct="0">
              <a:tabLst>
                <a:tab pos="568218" algn="ctr"/>
                <a:tab pos="857089" algn="l"/>
                <a:tab pos="1088820" algn="l"/>
              </a:tabLst>
              <a:defRPr kumimoji="0" sz="110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</a:lstStyle>
          <a:p>
            <a:pPr lvl="0"/>
            <a:fld id="{C0A530F1-D8C6-4A93-9917-2C1FE34DC798}" type="slidenum">
              <a:rPr lang="en-US" altLang="ja-JP" smtClean="0">
                <a:latin typeface="+mn-ea"/>
                <a:ea typeface="+mn-ea"/>
                <a:cs typeface="Segoe UI" panose="020B0502040204020203" pitchFamily="34" charset="0"/>
              </a:rPr>
              <a:pPr lvl="0"/>
              <a:t>‹#›</a:t>
            </a:fld>
            <a:r>
              <a:rPr lang="en-US" altLang="ja-JP" dirty="0">
                <a:latin typeface="+mn-ea"/>
                <a:ea typeface="+mn-ea"/>
                <a:cs typeface="Segoe UI" panose="020B0502040204020203" pitchFamily="34" charset="0"/>
              </a:rPr>
              <a:t>/100</a:t>
            </a:r>
          </a:p>
        </p:txBody>
      </p:sp>
      <p:sp>
        <p:nvSpPr>
          <p:cNvPr id="13" name="フッター プレースホルダー 3"/>
          <p:cNvSpPr txBox="1">
            <a:spLocks/>
          </p:cNvSpPr>
          <p:nvPr userDrawn="1"/>
        </p:nvSpPr>
        <p:spPr bwMode="auto">
          <a:xfrm>
            <a:off x="8511794" y="6557529"/>
            <a:ext cx="2875787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 dirty="0">
                <a:solidFill>
                  <a:srgbClr val="000000"/>
                </a:solidFill>
                <a:effectLst/>
                <a:latin typeface="+mn-ea"/>
                <a:ea typeface="+mn-ea"/>
                <a:cs typeface="Segoe UI" pitchFamily="34" charset="0"/>
              </a:rPr>
              <a:t>© 2021 </a:t>
            </a:r>
            <a:r>
              <a:rPr kumimoji="0" lang="en-US" altLang="ja-JP" sz="800" dirty="0">
                <a:latin typeface="+mn-ea"/>
                <a:ea typeface="+mn-ea"/>
                <a:cs typeface="Segoe UI" panose="020B0502040204020203" pitchFamily="34" charset="0"/>
              </a:rPr>
              <a:t>Toshiba Development &amp; Engineering Corporation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+mn-ea"/>
              <a:ea typeface="+mn-ea"/>
              <a:cs typeface="Segoe UI" pitchFamily="34" charset="0"/>
            </a:endParaRPr>
          </a:p>
        </p:txBody>
      </p:sp>
      <p:sp>
        <p:nvSpPr>
          <p:cNvPr id="14" name="Oval 29"/>
          <p:cNvSpPr>
            <a:spLocks noChangeArrowheads="1"/>
          </p:cNvSpPr>
          <p:nvPr userDrawn="1"/>
        </p:nvSpPr>
        <p:spPr bwMode="auto">
          <a:xfrm>
            <a:off x="215516" y="6508026"/>
            <a:ext cx="288000" cy="288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968375" eaLnBrk="0" hangingPunct="0">
              <a:lnSpc>
                <a:spcPct val="100000"/>
              </a:lnSpc>
              <a:defRPr/>
            </a:pPr>
            <a:r>
              <a:rPr kumimoji="0" lang="ja-JP" altLang="en-US" sz="1400" dirty="0">
                <a:solidFill>
                  <a:srgbClr val="FF3300"/>
                </a:solidFill>
              </a:rPr>
              <a:t>秘</a:t>
            </a:r>
          </a:p>
        </p:txBody>
      </p:sp>
    </p:spTree>
    <p:extLst>
      <p:ext uri="{BB962C8B-B14F-4D97-AF65-F5344CB8AC3E}">
        <p14:creationId xmlns:p14="http://schemas.microsoft.com/office/powerpoint/2010/main" val="369168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80440"/>
          </a:xfrm>
          <a:prstGeom prst="rect">
            <a:avLst/>
          </a:prstGeom>
        </p:spPr>
      </p:pic>
      <p:sp>
        <p:nvSpPr>
          <p:cNvPr id="8" name="テキスト プレースホルダー 5"/>
          <p:cNvSpPr>
            <a:spLocks noGrp="1"/>
          </p:cNvSpPr>
          <p:nvPr>
            <p:ph type="body" sz="quarter" idx="14"/>
          </p:nvPr>
        </p:nvSpPr>
        <p:spPr>
          <a:xfrm>
            <a:off x="468000" y="1802111"/>
            <a:ext cx="11244575" cy="588211"/>
          </a:xfrm>
          <a:prstGeom prst="rect">
            <a:avLst/>
          </a:prstGeom>
        </p:spPr>
        <p:txBody>
          <a:bodyPr lIns="0" rIns="0"/>
          <a:lstStyle>
            <a:lvl1pPr marL="0" indent="0">
              <a:lnSpc>
                <a:spcPct val="100000"/>
              </a:lnSpc>
              <a:spcBef>
                <a:spcPts val="0"/>
              </a:spcBef>
              <a:defRPr sz="2600">
                <a:latin typeface="+mn-ea"/>
                <a:ea typeface="+mn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" y="0"/>
            <a:ext cx="11445765" cy="749165"/>
          </a:xfrm>
          <a:prstGeom prst="rect">
            <a:avLst/>
          </a:prstGeom>
          <a:noFill/>
        </p:spPr>
        <p:txBody>
          <a:bodyPr wrap="square" lIns="468000" tIns="107980" rIns="431919" bIns="108000" rtlCol="0" anchor="b" anchorCtr="0">
            <a:noAutofit/>
          </a:bodyPr>
          <a:lstStyle>
            <a:lvl1pPr>
              <a:defRPr lang="ja-JP" altLang="en-US" sz="2400" b="1" dirty="0" smtClean="0">
                <a:latin typeface="+mj-ea"/>
                <a:ea typeface="+mj-ea"/>
              </a:defRPr>
            </a:lvl1pPr>
          </a:lstStyle>
          <a:p>
            <a:pPr lvl="0"/>
            <a:r>
              <a:rPr lang="ja-JP" altLang="en-US" dirty="0"/>
              <a:t>マスター タイトルの書式設定</a:t>
            </a:r>
          </a:p>
        </p:txBody>
      </p:sp>
      <p:sp>
        <p:nvSpPr>
          <p:cNvPr id="13" name="テキスト プレースホルダー 5"/>
          <p:cNvSpPr>
            <a:spLocks noGrp="1"/>
          </p:cNvSpPr>
          <p:nvPr>
            <p:ph type="body" sz="quarter" idx="19"/>
          </p:nvPr>
        </p:nvSpPr>
        <p:spPr>
          <a:xfrm>
            <a:off x="-5713" y="773297"/>
            <a:ext cx="12197713" cy="763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468000" tIns="180000" rIns="468000" bIns="180000" anchor="t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600" b="1">
                <a:solidFill>
                  <a:schemeClr val="bg1"/>
                </a:solidFill>
                <a:latin typeface="+mj-ea"/>
                <a:ea typeface="+mj-ea"/>
                <a:cs typeface="Meiryo UI" panose="020B0604030504040204" pitchFamily="50" charset="-128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0" name="Oval 29"/>
          <p:cNvSpPr>
            <a:spLocks noChangeArrowheads="1"/>
          </p:cNvSpPr>
          <p:nvPr userDrawn="1"/>
        </p:nvSpPr>
        <p:spPr bwMode="auto">
          <a:xfrm>
            <a:off x="215516" y="6508026"/>
            <a:ext cx="288000" cy="288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968375" eaLnBrk="0" hangingPunct="0">
              <a:lnSpc>
                <a:spcPct val="100000"/>
              </a:lnSpc>
              <a:defRPr/>
            </a:pPr>
            <a:r>
              <a:rPr kumimoji="0" lang="ja-JP" altLang="en-US" sz="1400" dirty="0">
                <a:solidFill>
                  <a:srgbClr val="FF3300"/>
                </a:solidFill>
              </a:rPr>
              <a:t>秘</a:t>
            </a:r>
          </a:p>
        </p:txBody>
      </p:sp>
      <p:cxnSp>
        <p:nvCxnSpPr>
          <p:cNvPr id="12" name="直線コネクタ 11"/>
          <p:cNvCxnSpPr/>
          <p:nvPr userDrawn="1"/>
        </p:nvCxnSpPr>
        <p:spPr bwMode="auto">
          <a:xfrm>
            <a:off x="0" y="6453336"/>
            <a:ext cx="12192000" cy="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スライド番号プレースホルダー 4"/>
          <p:cNvSpPr txBox="1">
            <a:spLocks/>
          </p:cNvSpPr>
          <p:nvPr userDrawn="1"/>
        </p:nvSpPr>
        <p:spPr>
          <a:xfrm>
            <a:off x="11479668" y="6430901"/>
            <a:ext cx="648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algn="r" eaLnBrk="0" hangingPunct="0">
              <a:tabLst>
                <a:tab pos="568218" algn="ctr"/>
                <a:tab pos="857089" algn="l"/>
                <a:tab pos="1088820" algn="l"/>
              </a:tabLst>
              <a:defRPr kumimoji="0" sz="110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</a:lstStyle>
          <a:p>
            <a:pPr lvl="0"/>
            <a:fld id="{C0A530F1-D8C6-4A93-9917-2C1FE34DC798}" type="slidenum">
              <a:rPr lang="en-US" altLang="ja-JP" smtClean="0">
                <a:latin typeface="+mn-ea"/>
                <a:ea typeface="+mn-ea"/>
                <a:cs typeface="Segoe UI" panose="020B0502040204020203" pitchFamily="34" charset="0"/>
              </a:rPr>
              <a:pPr lvl="0"/>
              <a:t>‹#›</a:t>
            </a:fld>
            <a:r>
              <a:rPr lang="en-US" altLang="ja-JP" dirty="0">
                <a:latin typeface="+mn-ea"/>
                <a:ea typeface="+mn-ea"/>
                <a:cs typeface="Segoe UI" panose="020B0502040204020203" pitchFamily="34" charset="0"/>
              </a:rPr>
              <a:t>/100</a:t>
            </a:r>
          </a:p>
        </p:txBody>
      </p:sp>
      <p:sp>
        <p:nvSpPr>
          <p:cNvPr id="15" name="フッター プレースホルダー 3"/>
          <p:cNvSpPr txBox="1">
            <a:spLocks/>
          </p:cNvSpPr>
          <p:nvPr userDrawn="1"/>
        </p:nvSpPr>
        <p:spPr bwMode="auto">
          <a:xfrm>
            <a:off x="8511794" y="6557529"/>
            <a:ext cx="2875787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 dirty="0">
                <a:solidFill>
                  <a:srgbClr val="000000"/>
                </a:solidFill>
                <a:effectLst/>
                <a:latin typeface="+mn-ea"/>
                <a:ea typeface="+mn-ea"/>
                <a:cs typeface="Segoe UI" pitchFamily="34" charset="0"/>
              </a:rPr>
              <a:t>© 2021 </a:t>
            </a:r>
            <a:r>
              <a:rPr kumimoji="0" lang="en-US" altLang="ja-JP" sz="800" dirty="0">
                <a:latin typeface="+mn-ea"/>
                <a:ea typeface="+mn-ea"/>
                <a:cs typeface="Segoe UI" panose="020B0502040204020203" pitchFamily="34" charset="0"/>
              </a:rPr>
              <a:t>Toshiba Development &amp; Engineering Corporation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+mn-ea"/>
              <a:ea typeface="+mn-ea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506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80440"/>
          </a:xfrm>
          <a:prstGeom prst="rect">
            <a:avLst/>
          </a:prstGeom>
        </p:spPr>
      </p:pic>
      <p:sp>
        <p:nvSpPr>
          <p:cNvPr id="8" name="テキスト プレースホルダー 2"/>
          <p:cNvSpPr>
            <a:spLocks noGrp="1"/>
          </p:cNvSpPr>
          <p:nvPr>
            <p:ph type="body" sz="quarter" idx="20"/>
          </p:nvPr>
        </p:nvSpPr>
        <p:spPr>
          <a:xfrm>
            <a:off x="468000" y="989477"/>
            <a:ext cx="11244575" cy="490202"/>
          </a:xfrm>
          <a:prstGeom prst="rect">
            <a:avLst/>
          </a:prstGeom>
        </p:spPr>
        <p:txBody>
          <a:bodyPr lIns="0" rIns="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2600">
                <a:latin typeface="+mn-ea"/>
                <a:ea typeface="+mn-ea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22"/>
          </p:nvPr>
        </p:nvSpPr>
        <p:spPr>
          <a:xfrm>
            <a:off x="0" y="5618125"/>
            <a:ext cx="12192000" cy="763625"/>
          </a:xfrm>
          <a:prstGeom prst="rect">
            <a:avLst/>
          </a:prstGeom>
          <a:solidFill>
            <a:srgbClr val="0064D2"/>
          </a:solidFill>
        </p:spPr>
        <p:txBody>
          <a:bodyPr wrap="square" lIns="468000" tIns="180000" rIns="468000" bIns="180000" anchor="b" anchorCtr="0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defRPr sz="26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1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" y="0"/>
            <a:ext cx="11429999" cy="749165"/>
          </a:xfrm>
          <a:prstGeom prst="rect">
            <a:avLst/>
          </a:prstGeom>
          <a:noFill/>
        </p:spPr>
        <p:txBody>
          <a:bodyPr wrap="square" lIns="468000" tIns="107980" rIns="431919" bIns="108000" rtlCol="0" anchor="b" anchorCtr="0">
            <a:noAutofit/>
          </a:bodyPr>
          <a:lstStyle>
            <a:lvl1pPr>
              <a:defRPr lang="ja-JP" altLang="en-US" sz="2400" b="1" dirty="0" smtClean="0">
                <a:latin typeface="+mj-ea"/>
                <a:ea typeface="+mj-ea"/>
              </a:defRPr>
            </a:lvl1pPr>
          </a:lstStyle>
          <a:p>
            <a:pPr lvl="0"/>
            <a:r>
              <a:rPr lang="ja-JP" altLang="en-US" dirty="0"/>
              <a:t>マスター タイトルの書式設定</a:t>
            </a:r>
          </a:p>
        </p:txBody>
      </p:sp>
      <p:sp>
        <p:nvSpPr>
          <p:cNvPr id="9" name="Oval 29"/>
          <p:cNvSpPr>
            <a:spLocks noChangeArrowheads="1"/>
          </p:cNvSpPr>
          <p:nvPr userDrawn="1"/>
        </p:nvSpPr>
        <p:spPr bwMode="auto">
          <a:xfrm>
            <a:off x="215516" y="6508026"/>
            <a:ext cx="288000" cy="288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968375" eaLnBrk="0" hangingPunct="0">
              <a:lnSpc>
                <a:spcPct val="100000"/>
              </a:lnSpc>
              <a:defRPr/>
            </a:pPr>
            <a:r>
              <a:rPr kumimoji="0" lang="ja-JP" altLang="en-US" sz="1400" dirty="0">
                <a:solidFill>
                  <a:srgbClr val="FF3300"/>
                </a:solidFill>
              </a:rPr>
              <a:t>秘</a:t>
            </a:r>
          </a:p>
        </p:txBody>
      </p:sp>
      <p:cxnSp>
        <p:nvCxnSpPr>
          <p:cNvPr id="14" name="直線コネクタ 13"/>
          <p:cNvCxnSpPr/>
          <p:nvPr userDrawn="1"/>
        </p:nvCxnSpPr>
        <p:spPr bwMode="auto">
          <a:xfrm>
            <a:off x="0" y="6453336"/>
            <a:ext cx="12192000" cy="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スライド番号プレースホルダー 4"/>
          <p:cNvSpPr txBox="1">
            <a:spLocks/>
          </p:cNvSpPr>
          <p:nvPr userDrawn="1"/>
        </p:nvSpPr>
        <p:spPr>
          <a:xfrm>
            <a:off x="11479668" y="6430901"/>
            <a:ext cx="648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algn="r" eaLnBrk="0" hangingPunct="0">
              <a:tabLst>
                <a:tab pos="568218" algn="ctr"/>
                <a:tab pos="857089" algn="l"/>
                <a:tab pos="1088820" algn="l"/>
              </a:tabLst>
              <a:defRPr kumimoji="0" sz="110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</a:lstStyle>
          <a:p>
            <a:pPr lvl="0"/>
            <a:fld id="{C0A530F1-D8C6-4A93-9917-2C1FE34DC798}" type="slidenum">
              <a:rPr lang="en-US" altLang="ja-JP" smtClean="0">
                <a:latin typeface="+mn-ea"/>
                <a:ea typeface="+mn-ea"/>
                <a:cs typeface="Segoe UI" panose="020B0502040204020203" pitchFamily="34" charset="0"/>
              </a:rPr>
              <a:pPr lvl="0"/>
              <a:t>‹#›</a:t>
            </a:fld>
            <a:r>
              <a:rPr lang="en-US" altLang="ja-JP" dirty="0">
                <a:latin typeface="+mn-ea"/>
                <a:ea typeface="+mn-ea"/>
                <a:cs typeface="Segoe UI" panose="020B0502040204020203" pitchFamily="34" charset="0"/>
              </a:rPr>
              <a:t>/100</a:t>
            </a:r>
          </a:p>
        </p:txBody>
      </p:sp>
      <p:sp>
        <p:nvSpPr>
          <p:cNvPr id="15" name="フッター プレースホルダー 3"/>
          <p:cNvSpPr txBox="1">
            <a:spLocks/>
          </p:cNvSpPr>
          <p:nvPr userDrawn="1"/>
        </p:nvSpPr>
        <p:spPr bwMode="auto">
          <a:xfrm>
            <a:off x="8511793" y="6557529"/>
            <a:ext cx="287578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 dirty="0">
                <a:solidFill>
                  <a:srgbClr val="000000"/>
                </a:solidFill>
                <a:effectLst/>
                <a:latin typeface="+mn-ea"/>
                <a:ea typeface="+mn-ea"/>
                <a:cs typeface="Segoe UI" pitchFamily="34" charset="0"/>
              </a:rPr>
              <a:t>© 2021 </a:t>
            </a:r>
            <a:r>
              <a:rPr kumimoji="0" lang="en-US" altLang="ja-JP" sz="800" dirty="0">
                <a:latin typeface="+mn-ea"/>
                <a:ea typeface="+mn-ea"/>
                <a:cs typeface="Segoe UI" panose="020B0502040204020203" pitchFamily="34" charset="0"/>
              </a:rPr>
              <a:t>Toshiba Development &amp; Engineering Corporation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+mn-ea"/>
              <a:ea typeface="+mn-ea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34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80440"/>
          </a:xfrm>
          <a:prstGeom prst="rect">
            <a:avLst/>
          </a:prstGeom>
        </p:spPr>
      </p:pic>
      <p:sp>
        <p:nvSpPr>
          <p:cNvPr id="1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" y="0"/>
            <a:ext cx="11437882" cy="749165"/>
          </a:xfrm>
          <a:prstGeom prst="rect">
            <a:avLst/>
          </a:prstGeom>
          <a:noFill/>
        </p:spPr>
        <p:txBody>
          <a:bodyPr wrap="square" lIns="468000" tIns="107980" rIns="431919" bIns="108000" rtlCol="0" anchor="b" anchorCtr="0">
            <a:noAutofit/>
          </a:bodyPr>
          <a:lstStyle>
            <a:lvl1pPr>
              <a:defRPr lang="ja-JP" altLang="en-US" sz="2400" b="1" dirty="0" smtClean="0">
                <a:latin typeface="+mj-ea"/>
                <a:ea typeface="+mj-ea"/>
              </a:defRPr>
            </a:lvl1pPr>
          </a:lstStyle>
          <a:p>
            <a:pPr lvl="0"/>
            <a:r>
              <a:rPr lang="ja-JP" altLang="en-US" dirty="0"/>
              <a:t>マスター タイトルの書式設定</a:t>
            </a:r>
          </a:p>
        </p:txBody>
      </p:sp>
      <p:sp>
        <p:nvSpPr>
          <p:cNvPr id="19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79425" y="944563"/>
            <a:ext cx="11244263" cy="5486338"/>
          </a:xfrm>
          <a:prstGeom prst="rect">
            <a:avLst/>
          </a:prstGeom>
        </p:spPr>
        <p:txBody>
          <a:bodyPr lIns="0" rIns="0"/>
          <a:lstStyle>
            <a:lvl1pPr marL="0" indent="-216000">
              <a:lnSpc>
                <a:spcPct val="100000"/>
              </a:lnSpc>
              <a:spcBef>
                <a:spcPts val="1200"/>
              </a:spcBef>
              <a:spcAft>
                <a:spcPts val="750"/>
              </a:spcAft>
              <a:buFont typeface="Arial" panose="020B0604020202020204" pitchFamily="34" charset="0"/>
              <a:buChar char="•"/>
              <a:defRPr sz="2600">
                <a:latin typeface="+mn-ea"/>
                <a:ea typeface="+mn-ea"/>
              </a:defRPr>
            </a:lvl1pPr>
            <a:lvl2pPr marL="792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>
                <a:latin typeface="+mn-ea"/>
                <a:ea typeface="+mn-ea"/>
              </a:defRPr>
            </a:lvl2pPr>
            <a:lvl3pPr marL="1440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latin typeface="+mn-ea"/>
                <a:ea typeface="+mn-ea"/>
              </a:defRPr>
            </a:lvl3pPr>
            <a:lvl4pPr marL="1268550" indent="0">
              <a:buNone/>
              <a:defRPr/>
            </a:lvl4pPr>
            <a:lvl5pPr marL="1628550" indent="0">
              <a:buNone/>
              <a:defRPr/>
            </a:lvl5pPr>
            <a:lvl6pPr marL="1714500" indent="0">
              <a:buNone/>
              <a:defRPr/>
            </a:lvl6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Oval 29"/>
          <p:cNvSpPr>
            <a:spLocks noChangeArrowheads="1"/>
          </p:cNvSpPr>
          <p:nvPr userDrawn="1"/>
        </p:nvSpPr>
        <p:spPr bwMode="auto">
          <a:xfrm>
            <a:off x="215516" y="6508026"/>
            <a:ext cx="288000" cy="288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968375" eaLnBrk="0" hangingPunct="0">
              <a:lnSpc>
                <a:spcPct val="100000"/>
              </a:lnSpc>
              <a:defRPr/>
            </a:pPr>
            <a:r>
              <a:rPr kumimoji="0" lang="ja-JP" altLang="en-US" sz="1400" dirty="0">
                <a:solidFill>
                  <a:srgbClr val="FF3300"/>
                </a:solidFill>
              </a:rPr>
              <a:t>秘</a:t>
            </a:r>
          </a:p>
        </p:txBody>
      </p:sp>
      <p:cxnSp>
        <p:nvCxnSpPr>
          <p:cNvPr id="10" name="直線コネクタ 9"/>
          <p:cNvCxnSpPr/>
          <p:nvPr userDrawn="1"/>
        </p:nvCxnSpPr>
        <p:spPr bwMode="auto">
          <a:xfrm>
            <a:off x="0" y="6453336"/>
            <a:ext cx="12192000" cy="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スライド番号プレースホルダー 4"/>
          <p:cNvSpPr txBox="1">
            <a:spLocks/>
          </p:cNvSpPr>
          <p:nvPr userDrawn="1"/>
        </p:nvSpPr>
        <p:spPr>
          <a:xfrm>
            <a:off x="11479668" y="6430901"/>
            <a:ext cx="648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algn="r" eaLnBrk="0" hangingPunct="0">
              <a:tabLst>
                <a:tab pos="568218" algn="ctr"/>
                <a:tab pos="857089" algn="l"/>
                <a:tab pos="1088820" algn="l"/>
              </a:tabLst>
              <a:defRPr kumimoji="0" sz="110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</a:lstStyle>
          <a:p>
            <a:pPr lvl="0"/>
            <a:fld id="{C0A530F1-D8C6-4A93-9917-2C1FE34DC798}" type="slidenum">
              <a:rPr lang="en-US" altLang="ja-JP" smtClean="0">
                <a:latin typeface="+mn-ea"/>
                <a:ea typeface="+mn-ea"/>
                <a:cs typeface="Segoe UI" panose="020B0502040204020203" pitchFamily="34" charset="0"/>
              </a:rPr>
              <a:pPr lvl="0"/>
              <a:t>‹#›</a:t>
            </a:fld>
            <a:r>
              <a:rPr lang="en-US" altLang="ja-JP" dirty="0">
                <a:latin typeface="+mn-ea"/>
                <a:ea typeface="+mn-ea"/>
                <a:cs typeface="Segoe UI" panose="020B0502040204020203" pitchFamily="34" charset="0"/>
              </a:rPr>
              <a:t>/7</a:t>
            </a:r>
          </a:p>
        </p:txBody>
      </p:sp>
      <p:sp>
        <p:nvSpPr>
          <p:cNvPr id="11" name="フッター プレースホルダー 3"/>
          <p:cNvSpPr txBox="1">
            <a:spLocks/>
          </p:cNvSpPr>
          <p:nvPr userDrawn="1"/>
        </p:nvSpPr>
        <p:spPr bwMode="auto">
          <a:xfrm>
            <a:off x="8511793" y="6557529"/>
            <a:ext cx="287578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 dirty="0">
                <a:solidFill>
                  <a:srgbClr val="000000"/>
                </a:solidFill>
                <a:effectLst/>
                <a:latin typeface="+mn-ea"/>
                <a:ea typeface="+mn-ea"/>
                <a:cs typeface="Segoe UI" pitchFamily="34" charset="0"/>
              </a:rPr>
              <a:t>© 2021 </a:t>
            </a:r>
            <a:r>
              <a:rPr kumimoji="0" lang="en-US" altLang="ja-JP" sz="800" dirty="0">
                <a:latin typeface="+mn-ea"/>
                <a:ea typeface="+mn-ea"/>
                <a:cs typeface="Segoe UI" panose="020B0502040204020203" pitchFamily="34" charset="0"/>
              </a:rPr>
              <a:t>Toshiba Development &amp; Engineering Corporation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+mn-ea"/>
              <a:ea typeface="+mn-ea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155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80440"/>
          </a:xfrm>
          <a:prstGeom prst="rect">
            <a:avLst/>
          </a:prstGeom>
        </p:spPr>
      </p:pic>
      <p:sp>
        <p:nvSpPr>
          <p:cNvPr id="1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" y="0"/>
            <a:ext cx="11437882" cy="749165"/>
          </a:xfrm>
          <a:prstGeom prst="rect">
            <a:avLst/>
          </a:prstGeom>
          <a:noFill/>
        </p:spPr>
        <p:txBody>
          <a:bodyPr wrap="square" lIns="468000" tIns="107980" rIns="431919" bIns="108000" rtlCol="0" anchor="b" anchorCtr="0">
            <a:noAutofit/>
          </a:bodyPr>
          <a:lstStyle>
            <a:lvl1pPr>
              <a:defRPr lang="ja-JP" altLang="en-US" sz="2400" b="1" dirty="0" smtClean="0">
                <a:latin typeface="+mj-ea"/>
                <a:ea typeface="+mj-ea"/>
              </a:defRPr>
            </a:lvl1pPr>
          </a:lstStyle>
          <a:p>
            <a:pPr lvl="0"/>
            <a:r>
              <a:rPr lang="ja-JP" altLang="en-US" dirty="0"/>
              <a:t>マスター タイトルの書式設定</a:t>
            </a:r>
          </a:p>
        </p:txBody>
      </p:sp>
      <p:sp>
        <p:nvSpPr>
          <p:cNvPr id="7" name="テキスト プレースホルダー 2"/>
          <p:cNvSpPr>
            <a:spLocks noGrp="1"/>
          </p:cNvSpPr>
          <p:nvPr>
            <p:ph type="body" sz="quarter" idx="20"/>
          </p:nvPr>
        </p:nvSpPr>
        <p:spPr>
          <a:xfrm>
            <a:off x="468000" y="989477"/>
            <a:ext cx="11244575" cy="490202"/>
          </a:xfrm>
          <a:prstGeom prst="rect">
            <a:avLst/>
          </a:prstGeom>
        </p:spPr>
        <p:txBody>
          <a:bodyPr lIns="0" rIns="0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 sz="2600"/>
            </a:lvl1pPr>
          </a:lstStyle>
          <a:p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8" name="Oval 29"/>
          <p:cNvSpPr>
            <a:spLocks noChangeArrowheads="1"/>
          </p:cNvSpPr>
          <p:nvPr userDrawn="1"/>
        </p:nvSpPr>
        <p:spPr bwMode="auto">
          <a:xfrm>
            <a:off x="215516" y="6508026"/>
            <a:ext cx="288000" cy="288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968375" eaLnBrk="0" hangingPunct="0">
              <a:lnSpc>
                <a:spcPct val="100000"/>
              </a:lnSpc>
              <a:defRPr/>
            </a:pPr>
            <a:r>
              <a:rPr kumimoji="0" lang="ja-JP" altLang="en-US" sz="1400" dirty="0">
                <a:solidFill>
                  <a:srgbClr val="FF3300"/>
                </a:solidFill>
              </a:rPr>
              <a:t>秘</a:t>
            </a:r>
          </a:p>
        </p:txBody>
      </p:sp>
      <p:cxnSp>
        <p:nvCxnSpPr>
          <p:cNvPr id="10" name="直線コネクタ 9"/>
          <p:cNvCxnSpPr/>
          <p:nvPr userDrawn="1"/>
        </p:nvCxnSpPr>
        <p:spPr bwMode="auto">
          <a:xfrm>
            <a:off x="0" y="6453336"/>
            <a:ext cx="12192000" cy="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3" name="スライド番号プレースホルダー 4"/>
          <p:cNvSpPr txBox="1">
            <a:spLocks/>
          </p:cNvSpPr>
          <p:nvPr userDrawn="1"/>
        </p:nvSpPr>
        <p:spPr>
          <a:xfrm>
            <a:off x="11479668" y="6430901"/>
            <a:ext cx="648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algn="r" eaLnBrk="0" hangingPunct="0">
              <a:tabLst>
                <a:tab pos="568218" algn="ctr"/>
                <a:tab pos="857089" algn="l"/>
                <a:tab pos="1088820" algn="l"/>
              </a:tabLst>
              <a:defRPr kumimoji="0" sz="110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</a:lstStyle>
          <a:p>
            <a:pPr lvl="0"/>
            <a:fld id="{C0A530F1-D8C6-4A93-9917-2C1FE34DC798}" type="slidenum">
              <a:rPr lang="en-US" altLang="ja-JP" smtClean="0">
                <a:latin typeface="+mn-ea"/>
                <a:ea typeface="+mn-ea"/>
                <a:cs typeface="Segoe UI" panose="020B0502040204020203" pitchFamily="34" charset="0"/>
              </a:rPr>
              <a:pPr lvl="0"/>
              <a:t>‹#›</a:t>
            </a:fld>
            <a:r>
              <a:rPr lang="en-US" altLang="ja-JP" dirty="0">
                <a:latin typeface="+mn-ea"/>
                <a:ea typeface="+mn-ea"/>
                <a:cs typeface="Segoe UI" panose="020B0502040204020203" pitchFamily="34" charset="0"/>
              </a:rPr>
              <a:t>/7</a:t>
            </a:r>
          </a:p>
        </p:txBody>
      </p:sp>
      <p:sp>
        <p:nvSpPr>
          <p:cNvPr id="14" name="フッター プレースホルダー 3"/>
          <p:cNvSpPr txBox="1">
            <a:spLocks/>
          </p:cNvSpPr>
          <p:nvPr userDrawn="1"/>
        </p:nvSpPr>
        <p:spPr bwMode="auto">
          <a:xfrm>
            <a:off x="8511793" y="6557529"/>
            <a:ext cx="287578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 dirty="0">
                <a:solidFill>
                  <a:srgbClr val="000000"/>
                </a:solidFill>
                <a:effectLst/>
                <a:latin typeface="+mn-ea"/>
                <a:ea typeface="+mn-ea"/>
                <a:cs typeface="Segoe UI" pitchFamily="34" charset="0"/>
              </a:rPr>
              <a:t>© 2021 </a:t>
            </a:r>
            <a:r>
              <a:rPr kumimoji="0" lang="en-US" altLang="ja-JP" sz="800" dirty="0">
                <a:latin typeface="+mn-ea"/>
                <a:ea typeface="+mn-ea"/>
                <a:cs typeface="Segoe UI" panose="020B0502040204020203" pitchFamily="34" charset="0"/>
              </a:rPr>
              <a:t>Toshiba Development &amp; Engineering Corporation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+mn-ea"/>
              <a:ea typeface="+mn-ea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084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29"/>
          <p:cNvSpPr>
            <a:spLocks noChangeArrowheads="1"/>
          </p:cNvSpPr>
          <p:nvPr userDrawn="1"/>
        </p:nvSpPr>
        <p:spPr bwMode="auto">
          <a:xfrm>
            <a:off x="215516" y="6508026"/>
            <a:ext cx="288000" cy="288000"/>
          </a:xfrm>
          <a:prstGeom prst="ellips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algn="ctr" defTabSz="968375" eaLnBrk="0" hangingPunct="0">
              <a:lnSpc>
                <a:spcPct val="100000"/>
              </a:lnSpc>
              <a:defRPr/>
            </a:pPr>
            <a:r>
              <a:rPr kumimoji="0" lang="ja-JP" altLang="en-US" sz="1400" dirty="0">
                <a:solidFill>
                  <a:srgbClr val="FF3300"/>
                </a:solidFill>
              </a:rPr>
              <a:t>秘</a:t>
            </a:r>
          </a:p>
        </p:txBody>
      </p:sp>
      <p:cxnSp>
        <p:nvCxnSpPr>
          <p:cNvPr id="7" name="直線コネクタ 6"/>
          <p:cNvCxnSpPr/>
          <p:nvPr userDrawn="1"/>
        </p:nvCxnSpPr>
        <p:spPr bwMode="auto">
          <a:xfrm>
            <a:off x="0" y="6453336"/>
            <a:ext cx="12192000" cy="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スライド番号プレースホルダー 4"/>
          <p:cNvSpPr txBox="1">
            <a:spLocks/>
          </p:cNvSpPr>
          <p:nvPr userDrawn="1"/>
        </p:nvSpPr>
        <p:spPr>
          <a:xfrm>
            <a:off x="11479668" y="6430901"/>
            <a:ext cx="648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defPPr>
              <a:defRPr lang="ja-JP"/>
            </a:defPPr>
            <a:lvl1pPr algn="r" eaLnBrk="0" hangingPunct="0">
              <a:tabLst>
                <a:tab pos="568218" algn="ctr"/>
                <a:tab pos="857089" algn="l"/>
                <a:tab pos="1088820" algn="l"/>
              </a:tabLst>
              <a:defRPr kumimoji="0" sz="1100">
                <a:solidFill>
                  <a:srgbClr val="000000"/>
                </a:solidFill>
                <a:latin typeface="+mj-lt"/>
                <a:ea typeface="Meiryo UI"/>
                <a:cs typeface="Segoe UI" pitchFamily="34" charset="0"/>
              </a:defRPr>
            </a:lvl1pPr>
          </a:lstStyle>
          <a:p>
            <a:pPr lvl="0"/>
            <a:fld id="{C0A530F1-D8C6-4A93-9917-2C1FE34DC798}" type="slidenum">
              <a:rPr lang="en-US" altLang="ja-JP" smtClean="0">
                <a:latin typeface="+mn-ea"/>
                <a:ea typeface="+mn-ea"/>
                <a:cs typeface="Segoe UI" panose="020B0502040204020203" pitchFamily="34" charset="0"/>
              </a:rPr>
              <a:pPr lvl="0"/>
              <a:t>‹#›</a:t>
            </a:fld>
            <a:r>
              <a:rPr lang="en-US" altLang="ja-JP" dirty="0">
                <a:latin typeface="+mn-ea"/>
                <a:ea typeface="+mn-ea"/>
                <a:cs typeface="Segoe UI" panose="020B0502040204020203" pitchFamily="34" charset="0"/>
              </a:rPr>
              <a:t>/7</a:t>
            </a:r>
          </a:p>
        </p:txBody>
      </p:sp>
      <p:sp>
        <p:nvSpPr>
          <p:cNvPr id="9" name="フッター プレースホルダー 3"/>
          <p:cNvSpPr txBox="1">
            <a:spLocks/>
          </p:cNvSpPr>
          <p:nvPr userDrawn="1"/>
        </p:nvSpPr>
        <p:spPr bwMode="auto">
          <a:xfrm>
            <a:off x="8511793" y="6557529"/>
            <a:ext cx="2875788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defPPr>
              <a:defRPr lang="ja-JP"/>
            </a:defPPr>
            <a:lvl1pPr marL="0" algn="l" defTabSz="914228" rtl="0" eaLnBrk="1" latinLnBrk="0" hangingPunct="1">
              <a:defRPr kumimoji="0" lang="en-US" altLang="ja-JP" sz="1100" kern="1200" smtClean="0">
                <a:solidFill>
                  <a:srgbClr val="000000"/>
                </a:solidFill>
                <a:latin typeface="Segoe UI"/>
                <a:ea typeface="Segoe UI" pitchFamily="34" charset="0"/>
                <a:cs typeface="Segoe UI" pitchFamily="34" charset="0"/>
              </a:defRPr>
            </a:lvl1pPr>
            <a:lvl2pPr marL="45711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42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56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70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84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98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13" algn="l" defTabSz="914228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0" lang="en-US" altLang="ja-JP" sz="800" kern="1200" dirty="0">
                <a:solidFill>
                  <a:srgbClr val="000000"/>
                </a:solidFill>
                <a:effectLst/>
                <a:latin typeface="+mn-ea"/>
                <a:ea typeface="+mn-ea"/>
                <a:cs typeface="Segoe UI" pitchFamily="34" charset="0"/>
              </a:rPr>
              <a:t>© 2021 </a:t>
            </a:r>
            <a:r>
              <a:rPr kumimoji="0" lang="en-US" altLang="ja-JP" sz="800" dirty="0">
                <a:latin typeface="+mn-ea"/>
                <a:ea typeface="+mn-ea"/>
                <a:cs typeface="Segoe UI" panose="020B0502040204020203" pitchFamily="34" charset="0"/>
              </a:rPr>
              <a:t>Toshiba Development &amp; Engineering Corporation</a:t>
            </a:r>
            <a:endParaRPr kumimoji="0" lang="ja-JP" altLang="ja-JP" sz="800" kern="1200" dirty="0">
              <a:solidFill>
                <a:srgbClr val="000000"/>
              </a:solidFill>
              <a:effectLst/>
              <a:latin typeface="+mn-ea"/>
              <a:ea typeface="+mn-ea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904068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Eo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64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2518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3337" y="2378567"/>
            <a:ext cx="5112000" cy="175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93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5634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49" r:id="rId7"/>
    <p:sldLayoutId id="2147483860" r:id="rId8"/>
    <p:sldLayoutId id="2147483848" r:id="rId9"/>
    <p:sldLayoutId id="2147483837" r:id="rId10"/>
    <p:sldLayoutId id="2147483834" r:id="rId11"/>
    <p:sldLayoutId id="2147483851" r:id="rId12"/>
    <p:sldLayoutId id="2147483850" r:id="rId13"/>
    <p:sldLayoutId id="2147483861" r:id="rId14"/>
    <p:sldLayoutId id="2147483845" r:id="rId15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lang="ja-JP" altLang="en-US" sz="2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charset="2"/>
        <a:buNone/>
        <a:defRPr kumimoji="1" lang="ja-JP" altLang="en-US" sz="2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lang="ja-JP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lang="ja-JP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lang="ja-JP" alt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lang="ja-JP" alt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 userDrawn="1">
          <p15:clr>
            <a:srgbClr val="5ACBF0"/>
          </p15:clr>
        </p15:guide>
        <p15:guide id="4" orient="horz" pos="4020" userDrawn="1">
          <p15:clr>
            <a:srgbClr val="5ACBF0"/>
          </p15:clr>
        </p15:guide>
        <p15:guide id="6" orient="horz" pos="459" userDrawn="1">
          <p15:clr>
            <a:srgbClr val="5ACBF0"/>
          </p15:clr>
        </p15:guide>
        <p15:guide id="8" pos="7378" userDrawn="1">
          <p15:clr>
            <a:srgbClr val="5ACBF0"/>
          </p15:clr>
        </p15:guide>
        <p15:guide id="9" pos="302" userDrawn="1">
          <p15:clr>
            <a:srgbClr val="5ACBF0"/>
          </p15:clr>
        </p15:guide>
        <p15:guide id="10" pos="3840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konchangakita.hatenablog.com/entry/2020/12/03/210000" TargetMode="External"/><Relationship Id="rId2" Type="http://schemas.openxmlformats.org/officeDocument/2006/relationships/hyperlink" Target="https://github.com/NVIDIA-AI-IOT/face-mask-detection" TargetMode="Externa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テキスト プレースホルダー 1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1" lang="en-US" altLang="ja-JP" dirty="0"/>
              <a:t>TSDV</a:t>
            </a:r>
            <a:r>
              <a:rPr kumimoji="1" lang="ja-JP" altLang="en-US" dirty="0"/>
              <a:t>向け</a:t>
            </a:r>
          </a:p>
        </p:txBody>
      </p:sp>
      <p:sp>
        <p:nvSpPr>
          <p:cNvPr id="9" name="タイトル 8"/>
          <p:cNvSpPr>
            <a:spLocks noGrp="1"/>
          </p:cNvSpPr>
          <p:nvPr>
            <p:ph type="title"/>
          </p:nvPr>
        </p:nvSpPr>
        <p:spPr>
          <a:xfrm>
            <a:off x="3504143" y="3162919"/>
            <a:ext cx="5164666" cy="1132243"/>
          </a:xfrm>
        </p:spPr>
        <p:txBody>
          <a:bodyPr/>
          <a:lstStyle/>
          <a:p>
            <a:r>
              <a:rPr kumimoji="1" lang="ja-JP" altLang="en-US" dirty="0"/>
              <a:t>委託内容説明資料</a:t>
            </a:r>
            <a:br>
              <a:rPr kumimoji="1" lang="en-US" altLang="ja-JP" dirty="0"/>
            </a:br>
            <a:r>
              <a:rPr kumimoji="1" lang="en-US" altLang="ja-JP" dirty="0"/>
              <a:t>AI</a:t>
            </a:r>
            <a:r>
              <a:rPr kumimoji="1" lang="ja-JP" altLang="en-US" dirty="0"/>
              <a:t>プラットフォーム</a:t>
            </a: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en-US" altLang="ja-JP"/>
              <a:t>[ESS]</a:t>
            </a:r>
            <a:r>
              <a:rPr kumimoji="1" lang="ja-JP" altLang="en-US"/>
              <a:t>長</a:t>
            </a:r>
            <a:endParaRPr kumimoji="1" lang="ja-JP" altLang="en-US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ja-JP" altLang="en-US" dirty="0"/>
              <a:t>関係者限り</a:t>
            </a:r>
          </a:p>
        </p:txBody>
      </p:sp>
      <p:sp>
        <p:nvSpPr>
          <p:cNvPr id="20" name="テキスト プレースホルダー 1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ja-JP" altLang="en-US" dirty="0"/>
              <a:t>（</a:t>
            </a:r>
            <a:r>
              <a:rPr lang="en-US" altLang="ja-JP" dirty="0"/>
              <a:t>DIG</a:t>
            </a:r>
            <a:r>
              <a:rPr lang="ja-JP" altLang="en-US" dirty="0"/>
              <a:t>）［</a:t>
            </a:r>
            <a:r>
              <a:rPr lang="en-US" altLang="ja-JP" dirty="0"/>
              <a:t>ESS</a:t>
            </a:r>
            <a:r>
              <a:rPr lang="ja-JP" altLang="en-US" dirty="0"/>
              <a:t>］宮武　正顕</a:t>
            </a:r>
            <a:endParaRPr kumimoji="1" lang="ja-JP" altLang="en-US" dirty="0"/>
          </a:p>
        </p:txBody>
      </p:sp>
      <p:sp>
        <p:nvSpPr>
          <p:cNvPr id="21" name="テキスト プレースホルダー 2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altLang="ja-JP" dirty="0"/>
              <a:t>2021 </a:t>
            </a:r>
            <a:r>
              <a:rPr lang="ja-JP" altLang="en-US" dirty="0"/>
              <a:t>年 </a:t>
            </a:r>
            <a:r>
              <a:rPr lang="en-US" altLang="ja-JP" dirty="0"/>
              <a:t>4 </a:t>
            </a:r>
            <a:r>
              <a:rPr lang="ja-JP" altLang="en-US" dirty="0"/>
              <a:t>月  </a:t>
            </a:r>
            <a:r>
              <a:rPr lang="en-US" altLang="ja-JP" dirty="0"/>
              <a:t>9 </a:t>
            </a:r>
            <a:r>
              <a:rPr lang="ja-JP" altLang="en-US" dirty="0"/>
              <a:t>日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06988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依頼内容</a:t>
            </a:r>
            <a:endParaRPr kumimoji="1" lang="ja-JP" altLang="en-US" b="1" dirty="0"/>
          </a:p>
        </p:txBody>
      </p:sp>
      <p:sp>
        <p:nvSpPr>
          <p:cNvPr id="2" name="テキスト プレースホルダー 1"/>
          <p:cNvSpPr>
            <a:spLocks noGrp="1"/>
          </p:cNvSpPr>
          <p:nvPr>
            <p:ph type="body" sz="quarter" idx="20"/>
          </p:nvPr>
        </p:nvSpPr>
        <p:spPr>
          <a:xfrm>
            <a:off x="468000" y="989477"/>
            <a:ext cx="11244575" cy="531904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ja-JP" dirty="0"/>
              <a:t>AI</a:t>
            </a:r>
            <a:r>
              <a:rPr lang="ja-JP" altLang="en-US" dirty="0"/>
              <a:t>学習プラットフォームの改良</a:t>
            </a:r>
            <a:endParaRPr kumimoji="1" lang="en-US" altLang="ja-JP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dirty="0"/>
              <a:t>学習したネットワークをデバイスにデブロイ</a:t>
            </a:r>
            <a:endParaRPr kumimoji="1" lang="en-US" altLang="ja-JP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dirty="0"/>
              <a:t>デバイスの管理</a:t>
            </a:r>
            <a:endParaRPr kumimoji="1" lang="en-US" altLang="ja-JP" dirty="0"/>
          </a:p>
        </p:txBody>
      </p: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6E1CF773-7014-41CB-8791-7F59B1E0802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9482994"/>
              </p:ext>
            </p:extLst>
          </p:nvPr>
        </p:nvGraphicFramePr>
        <p:xfrm>
          <a:off x="764235" y="2770861"/>
          <a:ext cx="5561200" cy="33769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42E0249-F2C6-4451-9808-8E7EF6FE8CE7}"/>
              </a:ext>
            </a:extLst>
          </p:cNvPr>
          <p:cNvSpPr/>
          <p:nvPr/>
        </p:nvSpPr>
        <p:spPr>
          <a:xfrm rot="19256231">
            <a:off x="1519684" y="3133626"/>
            <a:ext cx="2777329" cy="1174332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96BC98E-9564-4C03-BC2A-A712B5FEE40A}"/>
              </a:ext>
            </a:extLst>
          </p:cNvPr>
          <p:cNvSpPr txBox="1"/>
          <p:nvPr/>
        </p:nvSpPr>
        <p:spPr>
          <a:xfrm>
            <a:off x="648090" y="2530549"/>
            <a:ext cx="23631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AI</a:t>
            </a:r>
            <a:r>
              <a:rPr kumimoji="1" lang="ja-JP" altLang="en-US" b="1" dirty="0"/>
              <a:t>学習プラットフォーム</a:t>
            </a:r>
            <a:endParaRPr kumimoji="1" lang="en-US" altLang="ja-JP" b="1" dirty="0"/>
          </a:p>
          <a:p>
            <a:r>
              <a:rPr lang="en-US" altLang="ja-JP" b="1" dirty="0"/>
              <a:t>2021/1 – 2021/3</a:t>
            </a:r>
            <a:endParaRPr kumimoji="1" lang="ja-JP" altLang="en-US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162BDF3-22B2-43F5-A8D2-9189D6D15684}"/>
              </a:ext>
            </a:extLst>
          </p:cNvPr>
          <p:cNvSpPr txBox="1"/>
          <p:nvPr/>
        </p:nvSpPr>
        <p:spPr>
          <a:xfrm>
            <a:off x="5710500" y="3939519"/>
            <a:ext cx="31373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/>
              <a:t>Edge</a:t>
            </a:r>
            <a:r>
              <a:rPr kumimoji="1" lang="ja-JP" altLang="en-US" b="1" dirty="0"/>
              <a:t>運用管理プラットフォーム</a:t>
            </a:r>
            <a:endParaRPr kumimoji="1" lang="en-US" altLang="ja-JP" b="1" dirty="0"/>
          </a:p>
          <a:p>
            <a:r>
              <a:rPr lang="en-US" altLang="ja-JP" b="1" dirty="0"/>
              <a:t>2021/4</a:t>
            </a:r>
            <a:r>
              <a:rPr lang="ja-JP" altLang="en-US" b="1" dirty="0"/>
              <a:t> </a:t>
            </a:r>
            <a:r>
              <a:rPr lang="en-US" altLang="ja-JP" b="1" dirty="0"/>
              <a:t>or</a:t>
            </a:r>
            <a:r>
              <a:rPr lang="ja-JP" altLang="en-US" b="1" dirty="0"/>
              <a:t> </a:t>
            </a:r>
            <a:r>
              <a:rPr lang="en-US" altLang="ja-JP" b="1" dirty="0"/>
              <a:t>5</a:t>
            </a:r>
            <a:r>
              <a:rPr lang="ja-JP" altLang="en-US" b="1" dirty="0"/>
              <a:t> </a:t>
            </a:r>
            <a:r>
              <a:rPr lang="en-US" altLang="ja-JP" b="1" dirty="0"/>
              <a:t>–</a:t>
            </a:r>
            <a:r>
              <a:rPr lang="ja-JP" altLang="en-US" b="1" dirty="0"/>
              <a:t> </a:t>
            </a:r>
            <a:r>
              <a:rPr lang="en-US" altLang="ja-JP" b="1" dirty="0"/>
              <a:t>2021/9</a:t>
            </a:r>
            <a:endParaRPr kumimoji="1" lang="ja-JP" altLang="en-US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6668D84-03D7-4DB9-BA17-C12A4C7E254C}"/>
              </a:ext>
            </a:extLst>
          </p:cNvPr>
          <p:cNvSpPr txBox="1"/>
          <p:nvPr/>
        </p:nvSpPr>
        <p:spPr>
          <a:xfrm>
            <a:off x="6325435" y="2327540"/>
            <a:ext cx="527099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ja-JP" dirty="0"/>
              <a:t>AI</a:t>
            </a:r>
            <a:r>
              <a:rPr kumimoji="1" lang="ja-JP" altLang="en-US" dirty="0"/>
              <a:t>学習プラットフォーム</a:t>
            </a:r>
            <a:br>
              <a:rPr lang="en-US" altLang="ja-JP" dirty="0"/>
            </a:br>
            <a:r>
              <a:rPr lang="ja-JP" altLang="en-US" dirty="0"/>
              <a:t>アノテーションから学習まで行う。</a:t>
            </a:r>
            <a:endParaRPr lang="en-US" altLang="ja-JP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en-US" altLang="ja-JP" dirty="0"/>
              <a:t>Edge</a:t>
            </a:r>
            <a:r>
              <a:rPr kumimoji="1" lang="ja-JP" altLang="en-US" dirty="0"/>
              <a:t>運用管理プラットフォーム</a:t>
            </a:r>
            <a:br>
              <a:rPr kumimoji="1" lang="en-US" altLang="ja-JP" dirty="0"/>
            </a:br>
            <a:r>
              <a:rPr kumimoji="1" lang="ja-JP" altLang="en-US" dirty="0"/>
              <a:t>学習済みネットワークの配布、デバイスの管理を行う。</a:t>
            </a:r>
            <a:endParaRPr kumimoji="1" lang="en-US" altLang="ja-JP" dirty="0"/>
          </a:p>
          <a:p>
            <a:pPr marL="742864" lvl="1" indent="-285750">
              <a:buFont typeface="Wingdings" panose="05000000000000000000" pitchFamily="2" charset="2"/>
              <a:buChar char="l"/>
            </a:pPr>
            <a:endParaRPr kumimoji="1" lang="ja-JP" altLang="en-US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63149A0-D147-43E2-B502-43959D35DC0F}"/>
              </a:ext>
            </a:extLst>
          </p:cNvPr>
          <p:cNvSpPr/>
          <p:nvPr/>
        </p:nvSpPr>
        <p:spPr>
          <a:xfrm rot="19256231">
            <a:off x="4074766" y="3647783"/>
            <a:ext cx="1424993" cy="117433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25969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開発機能</a:t>
            </a:r>
            <a:endParaRPr kumimoji="1" lang="ja-JP" altLang="en-US" b="1" dirty="0"/>
          </a:p>
        </p:txBody>
      </p:sp>
      <p:sp>
        <p:nvSpPr>
          <p:cNvPr id="2" name="テキスト プレースホルダー 1"/>
          <p:cNvSpPr>
            <a:spLocks noGrp="1"/>
          </p:cNvSpPr>
          <p:nvPr>
            <p:ph type="body" sz="quarter" idx="20"/>
          </p:nvPr>
        </p:nvSpPr>
        <p:spPr>
          <a:xfrm>
            <a:off x="468000" y="989477"/>
            <a:ext cx="11244575" cy="531904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en-US" altLang="ja-JP" dirty="0"/>
              <a:t>AI</a:t>
            </a:r>
            <a:r>
              <a:rPr kumimoji="1" lang="ja-JP" altLang="en-US" dirty="0"/>
              <a:t>学習プラットフォームの改良</a:t>
            </a:r>
            <a:endParaRPr kumimoji="1" lang="en-US" altLang="ja-JP" dirty="0"/>
          </a:p>
          <a:p>
            <a:pPr marL="971550" lvl="1" indent="-457200">
              <a:buFont typeface="Wingdings" panose="05000000000000000000" pitchFamily="2" charset="2"/>
              <a:buChar char="l"/>
            </a:pPr>
            <a:r>
              <a:rPr kumimoji="1" lang="en-US" altLang="ja-JP" dirty="0"/>
              <a:t>GUI</a:t>
            </a:r>
            <a:r>
              <a:rPr kumimoji="1" lang="ja-JP" altLang="en-US" dirty="0"/>
              <a:t>の改善</a:t>
            </a:r>
            <a:endParaRPr kumimoji="1" lang="en-US" altLang="ja-JP" dirty="0"/>
          </a:p>
          <a:p>
            <a:pPr marL="1314450" lvl="2" indent="-457200">
              <a:buFont typeface="Wingdings" panose="05000000000000000000" pitchFamily="2" charset="2"/>
              <a:buChar char="l"/>
            </a:pPr>
            <a:r>
              <a:rPr lang="ja-JP" altLang="en-US" dirty="0"/>
              <a:t>見た目</a:t>
            </a:r>
            <a:endParaRPr lang="en-US" altLang="ja-JP" dirty="0"/>
          </a:p>
          <a:p>
            <a:pPr marL="1314450" lvl="2" indent="-457200">
              <a:buFont typeface="Wingdings" panose="05000000000000000000" pitchFamily="2" charset="2"/>
              <a:buChar char="l"/>
            </a:pPr>
            <a:r>
              <a:rPr lang="ja-JP" altLang="en-US" dirty="0"/>
              <a:t>入力したデータの永続化</a:t>
            </a:r>
            <a:endParaRPr lang="en-US" altLang="ja-JP" dirty="0"/>
          </a:p>
          <a:p>
            <a:pPr marL="1314450" lvl="2" indent="-457200">
              <a:buFont typeface="Wingdings" panose="05000000000000000000" pitchFamily="2" charset="2"/>
              <a:buChar char="l"/>
            </a:pPr>
            <a:r>
              <a:rPr lang="en-US" altLang="ja-JP" dirty="0"/>
              <a:t>UI</a:t>
            </a:r>
            <a:r>
              <a:rPr lang="ja-JP" altLang="en-US" dirty="0"/>
              <a:t>フローの改善</a:t>
            </a:r>
            <a:endParaRPr lang="en-US" altLang="ja-JP" dirty="0"/>
          </a:p>
          <a:p>
            <a:pPr marL="1657350" lvl="3" indent="-457200">
              <a:buFont typeface="Wingdings" panose="05000000000000000000" pitchFamily="2" charset="2"/>
              <a:buChar char="l"/>
            </a:pPr>
            <a:r>
              <a:rPr lang="ja-JP" altLang="en-US" dirty="0"/>
              <a:t>いきなりトップメニューに戻る場合がある。</a:t>
            </a:r>
            <a:endParaRPr lang="en-US" altLang="ja-JP" dirty="0"/>
          </a:p>
          <a:p>
            <a:pPr marL="971550" lvl="1" indent="-457200">
              <a:buFont typeface="Wingdings" panose="05000000000000000000" pitchFamily="2" charset="2"/>
              <a:buChar char="l"/>
            </a:pPr>
            <a:r>
              <a:rPr lang="ja-JP" altLang="en-US" dirty="0"/>
              <a:t>学習の改善</a:t>
            </a:r>
            <a:endParaRPr lang="en-US" altLang="ja-JP" dirty="0"/>
          </a:p>
          <a:p>
            <a:pPr marL="1314450" lvl="2" indent="-457200">
              <a:buFont typeface="Wingdings" panose="05000000000000000000" pitchFamily="2" charset="2"/>
              <a:buChar char="l"/>
            </a:pPr>
            <a:r>
              <a:rPr lang="ja-JP" altLang="en-US" dirty="0"/>
              <a:t>進捗の表示</a:t>
            </a:r>
            <a:endParaRPr lang="en-US" altLang="ja-JP" dirty="0"/>
          </a:p>
          <a:p>
            <a:pPr marL="1657350" lvl="3" indent="-457200">
              <a:buFont typeface="Wingdings" panose="05000000000000000000" pitchFamily="2" charset="2"/>
              <a:buChar char="l"/>
            </a:pPr>
            <a:r>
              <a:rPr lang="en-US" altLang="ja-JP" dirty="0" err="1"/>
              <a:t>Tensorboard</a:t>
            </a:r>
            <a:r>
              <a:rPr lang="ja-JP" altLang="en-US" dirty="0"/>
              <a:t>など</a:t>
            </a:r>
            <a:endParaRPr lang="en-US" altLang="ja-JP" dirty="0"/>
          </a:p>
          <a:p>
            <a:pPr marL="1314450" lvl="2" indent="-457200">
              <a:buFont typeface="Wingdings" panose="05000000000000000000" pitchFamily="2" charset="2"/>
              <a:buChar char="l"/>
            </a:pPr>
            <a:r>
              <a:rPr lang="ja-JP" altLang="en-US" dirty="0"/>
              <a:t>サポートするネットワークモデルを増やす</a:t>
            </a:r>
            <a:endParaRPr lang="en-US" altLang="ja-JP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ja-JP" altLang="en-US" dirty="0"/>
              <a:t>デブロイ機能</a:t>
            </a:r>
            <a:r>
              <a:rPr lang="en-US" altLang="ja-JP" dirty="0"/>
              <a:t>/</a:t>
            </a:r>
            <a:r>
              <a:rPr lang="ja-JP" altLang="en-US" dirty="0"/>
              <a:t>エッジデバイスの管理</a:t>
            </a:r>
            <a:endParaRPr lang="en-US" altLang="ja-JP" dirty="0"/>
          </a:p>
          <a:p>
            <a:pPr marL="971550" lvl="1" indent="-457200">
              <a:buFont typeface="Wingdings" panose="05000000000000000000" pitchFamily="2" charset="2"/>
              <a:buChar char="l"/>
            </a:pPr>
            <a:r>
              <a:rPr lang="ja-JP" altLang="en-US" dirty="0"/>
              <a:t>調査から行う。</a:t>
            </a:r>
            <a:endParaRPr lang="en-US" altLang="ja-JP" dirty="0"/>
          </a:p>
          <a:p>
            <a:pPr marL="971550" lvl="1" indent="-457200">
              <a:buFont typeface="Wingdings" panose="05000000000000000000" pitchFamily="2" charset="2"/>
              <a:buChar char="l"/>
            </a:pPr>
            <a:r>
              <a:rPr lang="ja-JP" altLang="en-US" dirty="0"/>
              <a:t>ターゲットのエッジデバイスは、</a:t>
            </a:r>
            <a:r>
              <a:rPr lang="en-US" altLang="ja-JP" dirty="0"/>
              <a:t>NVIDIA</a:t>
            </a:r>
            <a:r>
              <a:rPr lang="ja-JP" altLang="en-US" dirty="0"/>
              <a:t> </a:t>
            </a:r>
            <a:r>
              <a:rPr lang="en-US" altLang="ja-JP" dirty="0"/>
              <a:t>Jetson</a:t>
            </a:r>
            <a:r>
              <a:rPr lang="ja-JP" altLang="en-US" dirty="0"/>
              <a:t>シリーズ。</a:t>
            </a:r>
            <a:endParaRPr lang="en-US" altLang="ja-JP" dirty="0"/>
          </a:p>
          <a:p>
            <a:pPr marL="971550" lvl="1" indent="-457200">
              <a:buFont typeface="Wingdings" panose="05000000000000000000" pitchFamily="2" charset="2"/>
              <a:buChar char="l"/>
            </a:pPr>
            <a:endParaRPr lang="en-US" altLang="ja-JP" dirty="0"/>
          </a:p>
          <a:p>
            <a:pPr marL="1314450" lvl="2" indent="-457200">
              <a:buFont typeface="Wingdings" panose="05000000000000000000" pitchFamily="2" charset="2"/>
              <a:buChar char="l"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37342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デブロイ</a:t>
            </a:r>
            <a:r>
              <a:rPr kumimoji="1" lang="en-US" altLang="ja-JP" dirty="0"/>
              <a:t>/</a:t>
            </a:r>
            <a:r>
              <a:rPr kumimoji="1" lang="ja-JP" altLang="en-US" dirty="0"/>
              <a:t>デバイス管理のモチーフ</a:t>
            </a:r>
            <a:endParaRPr kumimoji="1" lang="ja-JP" altLang="en-US" b="1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79C040CB-928F-4F0E-9CFF-8A28B0350619}"/>
              </a:ext>
            </a:extLst>
          </p:cNvPr>
          <p:cNvGrpSpPr/>
          <p:nvPr/>
        </p:nvGrpSpPr>
        <p:grpSpPr>
          <a:xfrm>
            <a:off x="1716598" y="4963814"/>
            <a:ext cx="2039222" cy="693998"/>
            <a:chOff x="1937159" y="1672243"/>
            <a:chExt cx="2039222" cy="693998"/>
          </a:xfrm>
        </p:grpSpPr>
        <p:pic>
          <p:nvPicPr>
            <p:cNvPr id="2" name="図 1">
              <a:extLst>
                <a:ext uri="{FF2B5EF4-FFF2-40B4-BE49-F238E27FC236}">
                  <a16:creationId xmlns:a16="http://schemas.microsoft.com/office/drawing/2014/main" id="{DC55F600-5D6F-4B46-8945-C148D2929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43200" y="1672243"/>
              <a:ext cx="1233181" cy="693998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A20A9AF5-0B77-4B3F-88BE-2CC20EC14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7159" y="1672243"/>
              <a:ext cx="613095" cy="613095"/>
            </a:xfrm>
            <a:prstGeom prst="rect">
              <a:avLst/>
            </a:prstGeom>
          </p:spPr>
        </p:pic>
        <p:cxnSp>
          <p:nvCxnSpPr>
            <p:cNvPr id="11" name="コネクタ: 曲線 10">
              <a:extLst>
                <a:ext uri="{FF2B5EF4-FFF2-40B4-BE49-F238E27FC236}">
                  <a16:creationId xmlns:a16="http://schemas.microsoft.com/office/drawing/2014/main" id="{9B90CA28-87D7-4C17-8F65-FB3C5BDEE202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2550254" y="1978791"/>
              <a:ext cx="671118" cy="219125"/>
            </a:xfrm>
            <a:prstGeom prst="curvedConnector3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2964E32-1D62-454B-A1F5-0F6117F3E20E}"/>
              </a:ext>
            </a:extLst>
          </p:cNvPr>
          <p:cNvGrpSpPr/>
          <p:nvPr/>
        </p:nvGrpSpPr>
        <p:grpSpPr>
          <a:xfrm>
            <a:off x="1787555" y="3703778"/>
            <a:ext cx="2039222" cy="693998"/>
            <a:chOff x="1937159" y="1672243"/>
            <a:chExt cx="2039222" cy="693998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7FB28F39-4BCE-4941-9A29-304DE0ED8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43200" y="1672243"/>
              <a:ext cx="1233181" cy="693998"/>
            </a:xfrm>
            <a:prstGeom prst="rect">
              <a:avLst/>
            </a:prstGeom>
          </p:spPr>
        </p:pic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CBE33D46-1B60-47E1-AF89-1A7FE9280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7159" y="1672243"/>
              <a:ext cx="613095" cy="613095"/>
            </a:xfrm>
            <a:prstGeom prst="rect">
              <a:avLst/>
            </a:prstGeom>
          </p:spPr>
        </p:pic>
        <p:cxnSp>
          <p:nvCxnSpPr>
            <p:cNvPr id="18" name="コネクタ: 曲線 17">
              <a:extLst>
                <a:ext uri="{FF2B5EF4-FFF2-40B4-BE49-F238E27FC236}">
                  <a16:creationId xmlns:a16="http://schemas.microsoft.com/office/drawing/2014/main" id="{B599D6E2-5814-4BE9-A708-EBA580B70C48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2550254" y="1978791"/>
              <a:ext cx="671118" cy="219125"/>
            </a:xfrm>
            <a:prstGeom prst="curvedConnector3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雲 18">
            <a:extLst>
              <a:ext uri="{FF2B5EF4-FFF2-40B4-BE49-F238E27FC236}">
                <a16:creationId xmlns:a16="http://schemas.microsoft.com/office/drawing/2014/main" id="{EE07A2FD-F0EC-4AA9-AFE7-AFF99BD71144}"/>
              </a:ext>
            </a:extLst>
          </p:cNvPr>
          <p:cNvSpPr/>
          <p:nvPr/>
        </p:nvSpPr>
        <p:spPr>
          <a:xfrm>
            <a:off x="4776860" y="2743200"/>
            <a:ext cx="2439136" cy="2355819"/>
          </a:xfrm>
          <a:prstGeom prst="cloud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5A028008-7FAA-4EA6-A072-2779BCA05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579" y="1844282"/>
            <a:ext cx="1899057" cy="1382751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2367E63C-7E8A-458A-9548-E274556D65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0973" y="3464108"/>
            <a:ext cx="2975058" cy="2025379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CE6A4B7-5C5B-4A3F-BFCE-429B1310F62F}"/>
              </a:ext>
            </a:extLst>
          </p:cNvPr>
          <p:cNvSpPr txBox="1"/>
          <p:nvPr/>
        </p:nvSpPr>
        <p:spPr>
          <a:xfrm>
            <a:off x="3614636" y="4316873"/>
            <a:ext cx="18325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マスクの有り無しの人数</a:t>
            </a:r>
            <a:endParaRPr kumimoji="1" lang="ja-JP" altLang="en-US" sz="1400" dirty="0"/>
          </a:p>
        </p:txBody>
      </p:sp>
      <p:cxnSp>
        <p:nvCxnSpPr>
          <p:cNvPr id="27" name="コネクタ: 曲線 26">
            <a:extLst>
              <a:ext uri="{FF2B5EF4-FFF2-40B4-BE49-F238E27FC236}">
                <a16:creationId xmlns:a16="http://schemas.microsoft.com/office/drawing/2014/main" id="{57EF7E2C-83BD-42B8-90B0-8F09F3B12819}"/>
              </a:ext>
            </a:extLst>
          </p:cNvPr>
          <p:cNvCxnSpPr>
            <a:stCxn id="16" idx="3"/>
          </p:cNvCxnSpPr>
          <p:nvPr/>
        </p:nvCxnSpPr>
        <p:spPr>
          <a:xfrm>
            <a:off x="3826777" y="4050777"/>
            <a:ext cx="4377656" cy="178674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コネクタ: 曲線 27">
            <a:extLst>
              <a:ext uri="{FF2B5EF4-FFF2-40B4-BE49-F238E27FC236}">
                <a16:creationId xmlns:a16="http://schemas.microsoft.com/office/drawing/2014/main" id="{714BE12C-E65B-487F-804C-0D8A464B856D}"/>
              </a:ext>
            </a:extLst>
          </p:cNvPr>
          <p:cNvCxnSpPr>
            <a:cxnSpLocks/>
          </p:cNvCxnSpPr>
          <p:nvPr/>
        </p:nvCxnSpPr>
        <p:spPr>
          <a:xfrm flipV="1">
            <a:off x="3562890" y="4403450"/>
            <a:ext cx="4601013" cy="928962"/>
          </a:xfrm>
          <a:prstGeom prst="curved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図 31">
            <a:extLst>
              <a:ext uri="{FF2B5EF4-FFF2-40B4-BE49-F238E27FC236}">
                <a16:creationId xmlns:a16="http://schemas.microsoft.com/office/drawing/2014/main" id="{0944A653-DF79-4424-B555-56465BB4C0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8233" y="3517949"/>
            <a:ext cx="1543117" cy="1543117"/>
          </a:xfrm>
          <a:prstGeom prst="rect">
            <a:avLst/>
          </a:prstGeom>
        </p:spPr>
      </p:pic>
      <p:cxnSp>
        <p:nvCxnSpPr>
          <p:cNvPr id="36" name="コネクタ: 曲線 35">
            <a:extLst>
              <a:ext uri="{FF2B5EF4-FFF2-40B4-BE49-F238E27FC236}">
                <a16:creationId xmlns:a16="http://schemas.microsoft.com/office/drawing/2014/main" id="{1E7DA791-603E-4242-B678-5F4E4E5805A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40903" y="1731155"/>
            <a:ext cx="4530070" cy="209422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図 38">
            <a:extLst>
              <a:ext uri="{FF2B5EF4-FFF2-40B4-BE49-F238E27FC236}">
                <a16:creationId xmlns:a16="http://schemas.microsoft.com/office/drawing/2014/main" id="{8F0868B1-927D-4983-BF57-82FC0C6A40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5438" y="996059"/>
            <a:ext cx="1244587" cy="1470192"/>
          </a:xfrm>
          <a:prstGeom prst="rect">
            <a:avLst/>
          </a:prstGeom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3AF1E46A-7843-4CB4-A219-167A2F2995A8}"/>
              </a:ext>
            </a:extLst>
          </p:cNvPr>
          <p:cNvSpPr txBox="1"/>
          <p:nvPr/>
        </p:nvSpPr>
        <p:spPr>
          <a:xfrm>
            <a:off x="4481219" y="1640535"/>
            <a:ext cx="19319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学習済みモデルの配布</a:t>
            </a:r>
            <a:endParaRPr kumimoji="1" lang="en-US" altLang="ja-JP" sz="1400" dirty="0"/>
          </a:p>
          <a:p>
            <a:r>
              <a:rPr kumimoji="1" lang="en-US" altLang="ja-JP" sz="1400" dirty="0"/>
              <a:t>Jetson</a:t>
            </a:r>
            <a:r>
              <a:rPr kumimoji="1" lang="ja-JP" altLang="en-US" sz="1400" dirty="0"/>
              <a:t>のステータス監視</a:t>
            </a:r>
          </a:p>
        </p:txBody>
      </p:sp>
    </p:spTree>
    <p:extLst>
      <p:ext uri="{BB962C8B-B14F-4D97-AF65-F5344CB8AC3E}">
        <p14:creationId xmlns:p14="http://schemas.microsoft.com/office/powerpoint/2010/main" val="1610977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スケジュール</a:t>
            </a:r>
            <a:endParaRPr kumimoji="1" lang="ja-JP" altLang="en-US" b="1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548425D-D587-4289-8AC3-2BBFBE6F62E5}"/>
              </a:ext>
            </a:extLst>
          </p:cNvPr>
          <p:cNvSpPr txBox="1"/>
          <p:nvPr/>
        </p:nvSpPr>
        <p:spPr>
          <a:xfrm>
            <a:off x="479425" y="1090568"/>
            <a:ext cx="11233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dirty="0"/>
              <a:t>別途検討</a:t>
            </a:r>
          </a:p>
        </p:txBody>
      </p:sp>
    </p:spTree>
    <p:extLst>
      <p:ext uri="{BB962C8B-B14F-4D97-AF65-F5344CB8AC3E}">
        <p14:creationId xmlns:p14="http://schemas.microsoft.com/office/powerpoint/2010/main" val="3400972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提供物</a:t>
            </a:r>
          </a:p>
        </p:txBody>
      </p:sp>
      <p:sp>
        <p:nvSpPr>
          <p:cNvPr id="2" name="テキスト プレースホルダー 1"/>
          <p:cNvSpPr>
            <a:spLocks noGrp="1"/>
          </p:cNvSpPr>
          <p:nvPr>
            <p:ph type="body" sz="quarter" idx="20"/>
          </p:nvPr>
        </p:nvSpPr>
        <p:spPr>
          <a:xfrm>
            <a:off x="468000" y="989477"/>
            <a:ext cx="11244575" cy="531904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ja-JP" altLang="en-US" dirty="0"/>
              <a:t>ドキュメント</a:t>
            </a:r>
            <a:endParaRPr lang="en-US" altLang="ja-JP" dirty="0"/>
          </a:p>
          <a:p>
            <a:pPr marL="971550" lvl="1" indent="-457200">
              <a:buFont typeface="Wingdings" panose="05000000000000000000" pitchFamily="2" charset="2"/>
              <a:buChar char="l"/>
            </a:pPr>
            <a:r>
              <a:rPr kumimoji="1" lang="ja-JP" altLang="en-US" dirty="0"/>
              <a:t>仕様書</a:t>
            </a:r>
            <a:endParaRPr kumimoji="1" lang="en-US" altLang="ja-JP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ja-JP" altLang="en-US" dirty="0"/>
              <a:t>機器</a:t>
            </a:r>
            <a:endParaRPr lang="en-US" altLang="ja-JP" dirty="0"/>
          </a:p>
          <a:p>
            <a:pPr marL="971550" lvl="1" indent="-457200">
              <a:buFont typeface="Wingdings" panose="05000000000000000000" pitchFamily="2" charset="2"/>
              <a:buChar char="l"/>
            </a:pPr>
            <a:r>
              <a:rPr kumimoji="1" lang="ja-JP" altLang="en-US" dirty="0"/>
              <a:t>開発に必要な機器の準備は、</a:t>
            </a:r>
            <a:r>
              <a:rPr kumimoji="1" lang="en-US" altLang="ja-JP" dirty="0"/>
              <a:t>(TSDV)</a:t>
            </a:r>
            <a:r>
              <a:rPr kumimoji="1" lang="ja-JP" altLang="en-US" dirty="0"/>
              <a:t>でお願いします。購入費用等は見積もりに含めてください。</a:t>
            </a:r>
            <a:endParaRPr kumimoji="1" lang="en-US" altLang="ja-JP" dirty="0"/>
          </a:p>
          <a:p>
            <a:pPr marL="1314450" lvl="2" indent="-457200">
              <a:buFont typeface="Wingdings" panose="05000000000000000000" pitchFamily="2" charset="2"/>
              <a:buChar char="l"/>
            </a:pPr>
            <a:r>
              <a:rPr kumimoji="1" lang="en-US" altLang="ja-JP" dirty="0"/>
              <a:t>NVIDIA</a:t>
            </a:r>
            <a:r>
              <a:rPr kumimoji="1" lang="ja-JP" altLang="en-US" dirty="0"/>
              <a:t> </a:t>
            </a:r>
            <a:r>
              <a:rPr kumimoji="1" lang="en-US" altLang="ja-JP" dirty="0"/>
              <a:t>Jetson</a:t>
            </a:r>
            <a:r>
              <a:rPr kumimoji="1" lang="ja-JP" altLang="en-US" dirty="0"/>
              <a:t> </a:t>
            </a:r>
            <a:r>
              <a:rPr kumimoji="1" lang="en-US" altLang="ja-JP" dirty="0"/>
              <a:t>Xavier</a:t>
            </a:r>
            <a:r>
              <a:rPr kumimoji="1" lang="ja-JP" altLang="en-US" dirty="0"/>
              <a:t> </a:t>
            </a:r>
            <a:r>
              <a:rPr kumimoji="1" lang="en-US" altLang="ja-JP" dirty="0"/>
              <a:t>NX</a:t>
            </a:r>
            <a:r>
              <a:rPr kumimoji="1" lang="ja-JP" altLang="en-US" dirty="0"/>
              <a:t> </a:t>
            </a:r>
            <a:r>
              <a:rPr kumimoji="1" lang="en-US" altLang="ja-JP" dirty="0"/>
              <a:t>Devkit</a:t>
            </a:r>
          </a:p>
        </p:txBody>
      </p:sp>
    </p:spTree>
    <p:extLst>
      <p:ext uri="{BB962C8B-B14F-4D97-AF65-F5344CB8AC3E}">
        <p14:creationId xmlns:p14="http://schemas.microsoft.com/office/powerpoint/2010/main" val="2724094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/>
              <a:t>成果物</a:t>
            </a:r>
            <a:endParaRPr kumimoji="1" lang="ja-JP" altLang="en-US" b="1" dirty="0"/>
          </a:p>
        </p:txBody>
      </p:sp>
      <p:sp>
        <p:nvSpPr>
          <p:cNvPr id="2" name="テキスト プレースホルダー 1"/>
          <p:cNvSpPr>
            <a:spLocks noGrp="1"/>
          </p:cNvSpPr>
          <p:nvPr>
            <p:ph type="body" sz="quarter" idx="20"/>
          </p:nvPr>
        </p:nvSpPr>
        <p:spPr>
          <a:xfrm>
            <a:off x="468000" y="989477"/>
            <a:ext cx="11244575" cy="531904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dirty="0"/>
              <a:t>納品物</a:t>
            </a:r>
            <a:endParaRPr kumimoji="1" lang="en-US" altLang="ja-JP" dirty="0"/>
          </a:p>
          <a:p>
            <a:pPr marL="971550" lvl="1" indent="-457200">
              <a:buFont typeface="Wingdings" panose="05000000000000000000" pitchFamily="2" charset="2"/>
              <a:buChar char="l"/>
            </a:pPr>
            <a:r>
              <a:rPr kumimoji="1" lang="en-US" altLang="ja-JP" sz="2400" dirty="0"/>
              <a:t>AI</a:t>
            </a:r>
            <a:r>
              <a:rPr kumimoji="1" lang="ja-JP" altLang="en-US" sz="2400" dirty="0"/>
              <a:t>プロットフォーム</a:t>
            </a:r>
            <a:endParaRPr kumimoji="1" lang="en-US" altLang="ja-JP" sz="2400" dirty="0"/>
          </a:p>
          <a:p>
            <a:pPr marL="971550" lvl="1" indent="-457200">
              <a:buFont typeface="Wingdings" panose="05000000000000000000" pitchFamily="2" charset="2"/>
              <a:buChar char="l"/>
            </a:pPr>
            <a:r>
              <a:rPr lang="ja-JP" altLang="en-US" sz="2400" dirty="0"/>
              <a:t>操作説明書</a:t>
            </a:r>
            <a:endParaRPr lang="en-US" altLang="ja-JP" sz="2400" dirty="0"/>
          </a:p>
          <a:p>
            <a:pPr marL="971550" lvl="1" indent="-457200">
              <a:buFont typeface="Wingdings" panose="05000000000000000000" pitchFamily="2" charset="2"/>
              <a:buChar char="l"/>
            </a:pPr>
            <a:r>
              <a:rPr kumimoji="1" lang="ja-JP" altLang="en-US" sz="2400" dirty="0"/>
              <a:t>設計書</a:t>
            </a:r>
            <a:endParaRPr kumimoji="1" lang="en-US" altLang="ja-JP" sz="2400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ja-JP" altLang="en-US" sz="2400" dirty="0"/>
              <a:t>品質レベル</a:t>
            </a:r>
            <a:endParaRPr lang="en-US" altLang="ja-JP" sz="2400" dirty="0"/>
          </a:p>
          <a:p>
            <a:pPr marL="971550" lvl="1" indent="-457200">
              <a:buFont typeface="Wingdings" panose="05000000000000000000" pitchFamily="2" charset="2"/>
              <a:buChar char="l"/>
            </a:pPr>
            <a:r>
              <a:rPr kumimoji="1" lang="ja-JP" altLang="en-US" sz="2400" dirty="0"/>
              <a:t>試作レベル</a:t>
            </a:r>
            <a:br>
              <a:rPr kumimoji="1" lang="en-US" altLang="ja-JP" sz="2400" dirty="0"/>
            </a:br>
            <a:r>
              <a:rPr kumimoji="1" lang="ja-JP" altLang="en-US" sz="2400" dirty="0"/>
              <a:t>正常系が動作すればよい</a:t>
            </a:r>
            <a:endParaRPr lang="en-US" altLang="ja-JP" sz="2400" dirty="0"/>
          </a:p>
          <a:p>
            <a:pPr marL="971550" lvl="1" indent="-457200">
              <a:buFont typeface="Wingdings" panose="05000000000000000000" pitchFamily="2" charset="2"/>
              <a:buChar char="l"/>
            </a:pPr>
            <a:r>
              <a:rPr kumimoji="1" lang="ja-JP" altLang="en-US" sz="2400" dirty="0"/>
              <a:t>レビュー</a:t>
            </a:r>
            <a:br>
              <a:rPr kumimoji="1" lang="en-US" altLang="ja-JP" sz="2400" dirty="0"/>
            </a:br>
            <a:r>
              <a:rPr kumimoji="1" lang="ja-JP" altLang="en-US" sz="2400" dirty="0"/>
              <a:t>各工程の終わりにレビューを実施する。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5165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参考</a:t>
            </a:r>
            <a:endParaRPr kumimoji="1" lang="ja-JP" altLang="en-US" b="1" dirty="0"/>
          </a:p>
        </p:txBody>
      </p:sp>
      <p:sp>
        <p:nvSpPr>
          <p:cNvPr id="2" name="テキスト プレースホルダー 1"/>
          <p:cNvSpPr>
            <a:spLocks noGrp="1"/>
          </p:cNvSpPr>
          <p:nvPr>
            <p:ph type="body" sz="quarter" idx="20"/>
          </p:nvPr>
        </p:nvSpPr>
        <p:spPr>
          <a:xfrm>
            <a:off x="468000" y="989477"/>
            <a:ext cx="11244575" cy="5319044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ja-JP" dirty="0"/>
              <a:t>NVIDIA-AI-IOT/face-mask-detection</a:t>
            </a:r>
            <a:br>
              <a:rPr lang="en-US" altLang="ja-JP" dirty="0"/>
            </a:br>
            <a:r>
              <a:rPr lang="en-US" altLang="ja-JP" dirty="0">
                <a:hlinkClick r:id="rId2"/>
              </a:rPr>
              <a:t>https://github.com/NVIDIA-AI-IOT/face-mask-detection</a:t>
            </a:r>
            <a:endParaRPr lang="en-US" altLang="ja-JP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en-US" altLang="ja-JP" dirty="0"/>
              <a:t>Azure IoT Edge</a:t>
            </a:r>
          </a:p>
          <a:p>
            <a:pPr marL="971550" lvl="1" indent="-457200">
              <a:buFont typeface="Wingdings" panose="05000000000000000000" pitchFamily="2" charset="2"/>
              <a:buChar char="l"/>
            </a:pPr>
            <a:r>
              <a:rPr lang="en-US" altLang="ja-JP" dirty="0">
                <a:hlinkClick r:id="rId3"/>
              </a:rPr>
              <a:t>https://konchangakita.hatenablog.com/entry/2020/12/03/210000</a:t>
            </a:r>
            <a:endParaRPr lang="en-US" altLang="ja-JP" dirty="0"/>
          </a:p>
          <a:p>
            <a:pPr marL="971550" lvl="1" indent="-457200">
              <a:buFont typeface="Wingdings" panose="05000000000000000000" pitchFamily="2" charset="2"/>
              <a:buChar char="l"/>
            </a:pPr>
            <a:r>
              <a:rPr lang="en-US" altLang="ja-JP" dirty="0"/>
              <a:t>https://github.com/Azure-Samples/NVIDIA-Deepstream-Azure-IoT-Edge-on-a-NVIDIA-Jetson-Nano</a:t>
            </a:r>
            <a:endParaRPr kumimoji="1" lang="en-US" altLang="ja-JP" dirty="0"/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lang="en-US" altLang="ja-JP" dirty="0"/>
              <a:t>Kubernetes</a:t>
            </a:r>
          </a:p>
          <a:p>
            <a:pPr marL="971550" lvl="1" indent="-457200">
              <a:buFont typeface="Wingdings" panose="05000000000000000000" pitchFamily="2" charset="2"/>
              <a:buChar char="l"/>
            </a:pPr>
            <a:r>
              <a:rPr lang="en-US" altLang="ja-JP" dirty="0"/>
              <a:t>https://kubernetes.io/ja/docs/tasks/manage-gpus/scheduling-gpus/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001622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0670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282437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Brand">
      <a:dk1>
        <a:srgbClr val="000000"/>
      </a:dk1>
      <a:lt1>
        <a:srgbClr val="FFFFFF"/>
      </a:lt1>
      <a:dk2>
        <a:srgbClr val="7F7F7F"/>
      </a:dk2>
      <a:lt2>
        <a:srgbClr val="E5E5E5"/>
      </a:lt2>
      <a:accent1>
        <a:srgbClr val="0064D2"/>
      </a:accent1>
      <a:accent2>
        <a:srgbClr val="64AFE1"/>
      </a:accent2>
      <a:accent3>
        <a:srgbClr val="A0A0A5"/>
      </a:accent3>
      <a:accent4>
        <a:srgbClr val="644080"/>
      </a:accent4>
      <a:accent5>
        <a:srgbClr val="CECED0"/>
      </a:accent5>
      <a:accent6>
        <a:srgbClr val="FA9628"/>
      </a:accent6>
      <a:hlink>
        <a:srgbClr val="E61E1E"/>
      </a:hlink>
      <a:folHlink>
        <a:srgbClr val="FA9628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 kumimoji="1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180824_PPT_Template_16ｘ9_J_MeiryoSegoe.potx" id="{23D38748-6DDF-46EB-BDC1-894F08537FAF}" vid="{120992FF-1E9A-4528-AF9F-34B3AA87010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180924_PPT_Template_16ｘ9_J_β版</Template>
  <TotalTime>0</TotalTime>
  <Words>295</Words>
  <Application>Microsoft Office PowerPoint</Application>
  <PresentationFormat>ワイド画面</PresentationFormat>
  <Paragraphs>63</Paragraphs>
  <Slides>10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Meiryo UI</vt:lpstr>
      <vt:lpstr>Arial</vt:lpstr>
      <vt:lpstr>Calibri</vt:lpstr>
      <vt:lpstr>Wingdings</vt:lpstr>
      <vt:lpstr>テーマ1</vt:lpstr>
      <vt:lpstr>委託内容説明資料 AIプラットフォーム</vt:lpstr>
      <vt:lpstr>依頼内容</vt:lpstr>
      <vt:lpstr>開発機能</vt:lpstr>
      <vt:lpstr>デブロイ/デバイス管理のモチーフ</vt:lpstr>
      <vt:lpstr>スケジュール</vt:lpstr>
      <vt:lpstr>提供物</vt:lpstr>
      <vt:lpstr>成果物</vt:lpstr>
      <vt:lpstr>参考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2018-08-24T12:57:32Z</dcterms:created>
  <dcterms:modified xsi:type="dcterms:W3CDTF">2021-04-09T01:37:11Z</dcterms:modified>
</cp:coreProperties>
</file>